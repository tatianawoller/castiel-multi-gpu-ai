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  <p:sldMasterId id="2147483670" r:id="rId6"/>
  </p:sldMasterIdLst>
  <p:notesMasterIdLst>
    <p:notesMasterId r:id="rId17"/>
  </p:notesMasterIdLst>
  <p:sldIdLst>
    <p:sldId id="308" r:id="rId7"/>
    <p:sldId id="309" r:id="rId8"/>
    <p:sldId id="312" r:id="rId9"/>
    <p:sldId id="311" r:id="rId10"/>
    <p:sldId id="314" r:id="rId11"/>
    <p:sldId id="313" r:id="rId12"/>
    <p:sldId id="310" r:id="rId13"/>
    <p:sldId id="316" r:id="rId14"/>
    <p:sldId id="315" r:id="rId15"/>
    <p:sldId id="31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9FF7FC-5A87-4C94-BA4A-ADADCEE02A80}">
          <p14:sldIdLst>
            <p14:sldId id="308"/>
          </p14:sldIdLst>
        </p14:section>
        <p14:section name="Introduction" id="{DD068926-6A6E-4A5C-B379-E356CCAF5256}">
          <p14:sldIdLst>
            <p14:sldId id="309"/>
            <p14:sldId id="312"/>
            <p14:sldId id="311"/>
            <p14:sldId id="314"/>
            <p14:sldId id="313"/>
            <p14:sldId id="310"/>
            <p14:sldId id="316"/>
            <p14:sldId id="315"/>
            <p14:sldId id="317"/>
          </p14:sldIdLst>
        </p14:section>
        <p14:section name="Summary and Conclusions" id="{54E8B8A4-AD12-43E1-9488-1228D967B73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1619E8-CFAD-3F4D-BCEF-8664409D7182}" v="246" dt="2025-06-20T07:55:28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7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8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ltán Kiss" userId="92379d10-cc9a-4f20-b634-15c49a8da7ed" providerId="ADAL" clId="{6D1619E8-CFAD-3F4D-BCEF-8664409D7182}"/>
    <pc:docChg chg="undo custSel addSld delSld modSld sldOrd modSection">
      <pc:chgData name="Zoltán Kiss" userId="92379d10-cc9a-4f20-b634-15c49a8da7ed" providerId="ADAL" clId="{6D1619E8-CFAD-3F4D-BCEF-8664409D7182}" dt="2025-06-20T07:55:29.701" v="2683" actId="2696"/>
      <pc:docMkLst>
        <pc:docMk/>
      </pc:docMkLst>
      <pc:sldChg chg="add">
        <pc:chgData name="Zoltán Kiss" userId="92379d10-cc9a-4f20-b634-15c49a8da7ed" providerId="ADAL" clId="{6D1619E8-CFAD-3F4D-BCEF-8664409D7182}" dt="2025-06-19T10:30:49.602" v="1760"/>
        <pc:sldMkLst>
          <pc:docMk/>
          <pc:sldMk cId="3812750006" sldId="265"/>
        </pc:sldMkLst>
      </pc:sldChg>
      <pc:sldChg chg="add">
        <pc:chgData name="Zoltán Kiss" userId="92379d10-cc9a-4f20-b634-15c49a8da7ed" providerId="ADAL" clId="{6D1619E8-CFAD-3F4D-BCEF-8664409D7182}" dt="2025-06-19T10:30:49.602" v="1760"/>
        <pc:sldMkLst>
          <pc:docMk/>
          <pc:sldMk cId="2490969943" sldId="268"/>
        </pc:sldMkLst>
      </pc:sldChg>
      <pc:sldChg chg="add">
        <pc:chgData name="Zoltán Kiss" userId="92379d10-cc9a-4f20-b634-15c49a8da7ed" providerId="ADAL" clId="{6D1619E8-CFAD-3F4D-BCEF-8664409D7182}" dt="2025-06-19T09:35:39.017" v="1068"/>
        <pc:sldMkLst>
          <pc:docMk/>
          <pc:sldMk cId="4245287044" sldId="278"/>
        </pc:sldMkLst>
      </pc:sldChg>
      <pc:sldChg chg="modSp">
        <pc:chgData name="Zoltán Kiss" userId="92379d10-cc9a-4f20-b634-15c49a8da7ed" providerId="ADAL" clId="{6D1619E8-CFAD-3F4D-BCEF-8664409D7182}" dt="2025-06-19T09:32:50.954" v="1067" actId="1076"/>
        <pc:sldMkLst>
          <pc:docMk/>
          <pc:sldMk cId="2036292779" sldId="279"/>
        </pc:sldMkLst>
        <pc:picChg chg="mod">
          <ac:chgData name="Zoltán Kiss" userId="92379d10-cc9a-4f20-b634-15c49a8da7ed" providerId="ADAL" clId="{6D1619E8-CFAD-3F4D-BCEF-8664409D7182}" dt="2025-06-19T09:32:50.954" v="1067" actId="1076"/>
          <ac:picMkLst>
            <pc:docMk/>
            <pc:sldMk cId="2036292779" sldId="279"/>
            <ac:picMk id="3074" creationId="{00000000-0000-0000-0000-000000000000}"/>
          </ac:picMkLst>
        </pc:picChg>
      </pc:sldChg>
      <pc:sldChg chg="add">
        <pc:chgData name="Zoltán Kiss" userId="92379d10-cc9a-4f20-b634-15c49a8da7ed" providerId="ADAL" clId="{6D1619E8-CFAD-3F4D-BCEF-8664409D7182}" dt="2025-06-19T10:30:49.602" v="1760"/>
        <pc:sldMkLst>
          <pc:docMk/>
          <pc:sldMk cId="2474822647" sldId="288"/>
        </pc:sldMkLst>
      </pc:sldChg>
      <pc:sldChg chg="modSp mod">
        <pc:chgData name="Zoltán Kiss" userId="92379d10-cc9a-4f20-b634-15c49a8da7ed" providerId="ADAL" clId="{6D1619E8-CFAD-3F4D-BCEF-8664409D7182}" dt="2025-06-19T10:48:36.434" v="2531" actId="20577"/>
        <pc:sldMkLst>
          <pc:docMk/>
          <pc:sldMk cId="1167921015" sldId="308"/>
        </pc:sldMkLst>
        <pc:spChg chg="mod">
          <ac:chgData name="Zoltán Kiss" userId="92379d10-cc9a-4f20-b634-15c49a8da7ed" providerId="ADAL" clId="{6D1619E8-CFAD-3F4D-BCEF-8664409D7182}" dt="2025-06-19T10:48:36.434" v="2531" actId="20577"/>
          <ac:spMkLst>
            <pc:docMk/>
            <pc:sldMk cId="1167921015" sldId="308"/>
            <ac:spMk id="2" creationId="{A24801C4-CFDB-61AD-A199-B0BF5F3DA91B}"/>
          </ac:spMkLst>
        </pc:spChg>
        <pc:spChg chg="mod">
          <ac:chgData name="Zoltán Kiss" userId="92379d10-cc9a-4f20-b634-15c49a8da7ed" providerId="ADAL" clId="{6D1619E8-CFAD-3F4D-BCEF-8664409D7182}" dt="2025-06-19T08:06:26.141" v="79" actId="20577"/>
          <ac:spMkLst>
            <pc:docMk/>
            <pc:sldMk cId="1167921015" sldId="308"/>
            <ac:spMk id="3" creationId="{AC765A81-C6EE-5EC9-7A70-9B8CB5E166BA}"/>
          </ac:spMkLst>
        </pc:spChg>
      </pc:sldChg>
      <pc:sldChg chg="add">
        <pc:chgData name="Zoltán Kiss" userId="92379d10-cc9a-4f20-b634-15c49a8da7ed" providerId="ADAL" clId="{6D1619E8-CFAD-3F4D-BCEF-8664409D7182}" dt="2025-06-19T08:38:11.311" v="808"/>
        <pc:sldMkLst>
          <pc:docMk/>
          <pc:sldMk cId="650452858" sldId="341"/>
        </pc:sldMkLst>
      </pc:sldChg>
      <pc:sldChg chg="addSp delSp modSp add mod modClrScheme chgLayout">
        <pc:chgData name="Zoltán Kiss" userId="92379d10-cc9a-4f20-b634-15c49a8da7ed" providerId="ADAL" clId="{6D1619E8-CFAD-3F4D-BCEF-8664409D7182}" dt="2025-06-19T08:30:08.435" v="135" actId="27636"/>
        <pc:sldMkLst>
          <pc:docMk/>
          <pc:sldMk cId="2921305321" sldId="353"/>
        </pc:sldMkLst>
        <pc:spChg chg="mod ord">
          <ac:chgData name="Zoltán Kiss" userId="92379d10-cc9a-4f20-b634-15c49a8da7ed" providerId="ADAL" clId="{6D1619E8-CFAD-3F4D-BCEF-8664409D7182}" dt="2025-06-19T08:30:08.435" v="135" actId="27636"/>
          <ac:spMkLst>
            <pc:docMk/>
            <pc:sldMk cId="2921305321" sldId="353"/>
            <ac:spMk id="2" creationId="{06DA4C4D-0CC0-FAEC-B54A-E53106BDCFB3}"/>
          </ac:spMkLst>
        </pc:spChg>
        <pc:spChg chg="add mod ord">
          <ac:chgData name="Zoltán Kiss" userId="92379d10-cc9a-4f20-b634-15c49a8da7ed" providerId="ADAL" clId="{6D1619E8-CFAD-3F4D-BCEF-8664409D7182}" dt="2025-06-19T08:30:02.011" v="132" actId="700"/>
          <ac:spMkLst>
            <pc:docMk/>
            <pc:sldMk cId="2921305321" sldId="353"/>
            <ac:spMk id="3" creationId="{F3484414-08FD-C1B8-B2A6-6CE2B78CEB5E}"/>
          </ac:spMkLst>
        </pc:spChg>
        <pc:spChg chg="add mod ord">
          <ac:chgData name="Zoltán Kiss" userId="92379d10-cc9a-4f20-b634-15c49a8da7ed" providerId="ADAL" clId="{6D1619E8-CFAD-3F4D-BCEF-8664409D7182}" dt="2025-06-19T08:30:02.011" v="132" actId="700"/>
          <ac:spMkLst>
            <pc:docMk/>
            <pc:sldMk cId="2921305321" sldId="353"/>
            <ac:spMk id="4" creationId="{D0DBEE05-0684-E38B-0434-BACEE01A84F0}"/>
          </ac:spMkLst>
        </pc:spChg>
        <pc:spChg chg="del mod ord">
          <ac:chgData name="Zoltán Kiss" userId="92379d10-cc9a-4f20-b634-15c49a8da7ed" providerId="ADAL" clId="{6D1619E8-CFAD-3F4D-BCEF-8664409D7182}" dt="2025-06-19T08:30:02.011" v="132" actId="700"/>
          <ac:spMkLst>
            <pc:docMk/>
            <pc:sldMk cId="2921305321" sldId="353"/>
            <ac:spMk id="5" creationId="{342C0605-9893-EA04-6DBC-0645DC4D2CE2}"/>
          </ac:spMkLst>
        </pc:spChg>
        <pc:spChg chg="add mod ord">
          <ac:chgData name="Zoltán Kiss" userId="92379d10-cc9a-4f20-b634-15c49a8da7ed" providerId="ADAL" clId="{6D1619E8-CFAD-3F4D-BCEF-8664409D7182}" dt="2025-06-19T08:30:02.011" v="132" actId="700"/>
          <ac:spMkLst>
            <pc:docMk/>
            <pc:sldMk cId="2921305321" sldId="353"/>
            <ac:spMk id="8" creationId="{3809AC92-8494-E0A7-8AFF-3F6C6B25B442}"/>
          </ac:spMkLst>
        </pc:spChg>
      </pc:sldChg>
      <pc:sldChg chg="addSp delSp modSp mod">
        <pc:chgData name="Zoltán Kiss" userId="92379d10-cc9a-4f20-b634-15c49a8da7ed" providerId="ADAL" clId="{6D1619E8-CFAD-3F4D-BCEF-8664409D7182}" dt="2025-06-19T10:41:35.039" v="2314" actId="478"/>
        <pc:sldMkLst>
          <pc:docMk/>
          <pc:sldMk cId="4049865841" sldId="361"/>
        </pc:sldMkLst>
        <pc:spChg chg="mod">
          <ac:chgData name="Zoltán Kiss" userId="92379d10-cc9a-4f20-b634-15c49a8da7ed" providerId="ADAL" clId="{6D1619E8-CFAD-3F4D-BCEF-8664409D7182}" dt="2025-06-19T10:40:08.766" v="2308" actId="20577"/>
          <ac:spMkLst>
            <pc:docMk/>
            <pc:sldMk cId="4049865841" sldId="361"/>
            <ac:spMk id="2" creationId="{EFE4946D-1433-150B-A3ED-0DD2A1032283}"/>
          </ac:spMkLst>
        </pc:spChg>
        <pc:spChg chg="add mod">
          <ac:chgData name="Zoltán Kiss" userId="92379d10-cc9a-4f20-b634-15c49a8da7ed" providerId="ADAL" clId="{6D1619E8-CFAD-3F4D-BCEF-8664409D7182}" dt="2025-06-19T10:39:46.712" v="2300" actId="27636"/>
          <ac:spMkLst>
            <pc:docMk/>
            <pc:sldMk cId="4049865841" sldId="361"/>
            <ac:spMk id="3" creationId="{A1A8DB76-FE11-C3B5-A645-8F2DAAAF91ED}"/>
          </ac:spMkLst>
        </pc:spChg>
        <pc:picChg chg="mod">
          <ac:chgData name="Zoltán Kiss" userId="92379d10-cc9a-4f20-b634-15c49a8da7ed" providerId="ADAL" clId="{6D1619E8-CFAD-3F4D-BCEF-8664409D7182}" dt="2025-06-19T10:38:58.046" v="2199" actId="1076"/>
          <ac:picMkLst>
            <pc:docMk/>
            <pc:sldMk cId="4049865841" sldId="361"/>
            <ac:picMk id="6" creationId="{1366D9DB-4FF0-B04B-649D-2D78C4C5D040}"/>
          </ac:picMkLst>
        </pc:picChg>
        <pc:picChg chg="add mod">
          <ac:chgData name="Zoltán Kiss" userId="92379d10-cc9a-4f20-b634-15c49a8da7ed" providerId="ADAL" clId="{6D1619E8-CFAD-3F4D-BCEF-8664409D7182}" dt="2025-06-19T10:40:56.988" v="2310" actId="1076"/>
          <ac:picMkLst>
            <pc:docMk/>
            <pc:sldMk cId="4049865841" sldId="361"/>
            <ac:picMk id="1026" creationId="{C102EAD3-1FB7-B2AF-39A9-41C57D1B64CE}"/>
          </ac:picMkLst>
        </pc:picChg>
        <pc:picChg chg="add del mod">
          <ac:chgData name="Zoltán Kiss" userId="92379d10-cc9a-4f20-b634-15c49a8da7ed" providerId="ADAL" clId="{6D1619E8-CFAD-3F4D-BCEF-8664409D7182}" dt="2025-06-19T10:41:35.039" v="2314" actId="478"/>
          <ac:picMkLst>
            <pc:docMk/>
            <pc:sldMk cId="4049865841" sldId="361"/>
            <ac:picMk id="1028" creationId="{12970A0F-172B-5F2E-86CF-1317B9AB7060}"/>
          </ac:picMkLst>
        </pc:picChg>
      </pc:sldChg>
      <pc:sldChg chg="add del">
        <pc:chgData name="Zoltán Kiss" userId="92379d10-cc9a-4f20-b634-15c49a8da7ed" providerId="ADAL" clId="{6D1619E8-CFAD-3F4D-BCEF-8664409D7182}" dt="2025-06-20T07:55:24.818" v="2681" actId="2696"/>
        <pc:sldMkLst>
          <pc:docMk/>
          <pc:sldMk cId="0" sldId="395"/>
        </pc:sldMkLst>
      </pc:sldChg>
      <pc:sldChg chg="add">
        <pc:chgData name="Zoltán Kiss" userId="92379d10-cc9a-4f20-b634-15c49a8da7ed" providerId="ADAL" clId="{6D1619E8-CFAD-3F4D-BCEF-8664409D7182}" dt="2025-06-20T07:55:28.431" v="2682"/>
        <pc:sldMkLst>
          <pc:docMk/>
          <pc:sldMk cId="889501859" sldId="395"/>
        </pc:sldMkLst>
      </pc:sldChg>
      <pc:sldChg chg="add">
        <pc:chgData name="Zoltán Kiss" userId="92379d10-cc9a-4f20-b634-15c49a8da7ed" providerId="ADAL" clId="{6D1619E8-CFAD-3F4D-BCEF-8664409D7182}" dt="2025-06-19T08:23:01.241" v="125"/>
        <pc:sldMkLst>
          <pc:docMk/>
          <pc:sldMk cId="2336605908" sldId="396"/>
        </pc:sldMkLst>
      </pc:sldChg>
      <pc:sldChg chg="add ord">
        <pc:chgData name="Zoltán Kiss" userId="92379d10-cc9a-4f20-b634-15c49a8da7ed" providerId="ADAL" clId="{6D1619E8-CFAD-3F4D-BCEF-8664409D7182}" dt="2025-06-19T08:21:27.095" v="106" actId="20578"/>
        <pc:sldMkLst>
          <pc:docMk/>
          <pc:sldMk cId="0" sldId="416"/>
        </pc:sldMkLst>
      </pc:sldChg>
      <pc:sldChg chg="add ord">
        <pc:chgData name="Zoltán Kiss" userId="92379d10-cc9a-4f20-b634-15c49a8da7ed" providerId="ADAL" clId="{6D1619E8-CFAD-3F4D-BCEF-8664409D7182}" dt="2025-06-19T08:21:27.095" v="106" actId="20578"/>
        <pc:sldMkLst>
          <pc:docMk/>
          <pc:sldMk cId="0" sldId="417"/>
        </pc:sldMkLst>
      </pc:sldChg>
      <pc:sldChg chg="modSp add mod ord">
        <pc:chgData name="Zoltán Kiss" userId="92379d10-cc9a-4f20-b634-15c49a8da7ed" providerId="ADAL" clId="{6D1619E8-CFAD-3F4D-BCEF-8664409D7182}" dt="2025-06-19T09:45:30.755" v="1126" actId="1076"/>
        <pc:sldMkLst>
          <pc:docMk/>
          <pc:sldMk cId="0" sldId="418"/>
        </pc:sldMkLst>
        <pc:spChg chg="mod">
          <ac:chgData name="Zoltán Kiss" userId="92379d10-cc9a-4f20-b634-15c49a8da7ed" providerId="ADAL" clId="{6D1619E8-CFAD-3F4D-BCEF-8664409D7182}" dt="2025-06-19T09:45:30.755" v="1126" actId="1076"/>
          <ac:spMkLst>
            <pc:docMk/>
            <pc:sldMk cId="0" sldId="418"/>
            <ac:spMk id="4" creationId="{00000000-0000-0000-0000-000000000000}"/>
          </ac:spMkLst>
        </pc:spChg>
        <pc:graphicFrameChg chg="mod">
          <ac:chgData name="Zoltán Kiss" userId="92379d10-cc9a-4f20-b634-15c49a8da7ed" providerId="ADAL" clId="{6D1619E8-CFAD-3F4D-BCEF-8664409D7182}" dt="2025-06-19T09:44:44.340" v="1112" actId="400"/>
          <ac:graphicFrameMkLst>
            <pc:docMk/>
            <pc:sldMk cId="0" sldId="418"/>
            <ac:graphicFrameMk id="3" creationId="{00000000-0000-0000-0000-000000000000}"/>
          </ac:graphicFrameMkLst>
        </pc:graphicFrameChg>
      </pc:sldChg>
      <pc:sldChg chg="del">
        <pc:chgData name="Zoltán Kiss" userId="92379d10-cc9a-4f20-b634-15c49a8da7ed" providerId="ADAL" clId="{6D1619E8-CFAD-3F4D-BCEF-8664409D7182}" dt="2025-06-19T08:38:13.494" v="809" actId="2696"/>
        <pc:sldMkLst>
          <pc:docMk/>
          <pc:sldMk cId="0" sldId="420"/>
        </pc:sldMkLst>
      </pc:sldChg>
      <pc:sldChg chg="del">
        <pc:chgData name="Zoltán Kiss" userId="92379d10-cc9a-4f20-b634-15c49a8da7ed" providerId="ADAL" clId="{6D1619E8-CFAD-3F4D-BCEF-8664409D7182}" dt="2025-06-19T09:54:37.996" v="1127" actId="2696"/>
        <pc:sldMkLst>
          <pc:docMk/>
          <pc:sldMk cId="0" sldId="428"/>
        </pc:sldMkLst>
      </pc:sldChg>
      <pc:sldChg chg="modSp mod">
        <pc:chgData name="Zoltán Kiss" userId="92379d10-cc9a-4f20-b634-15c49a8da7ed" providerId="ADAL" clId="{6D1619E8-CFAD-3F4D-BCEF-8664409D7182}" dt="2025-06-19T09:55:33.622" v="1191" actId="20577"/>
        <pc:sldMkLst>
          <pc:docMk/>
          <pc:sldMk cId="2837668711" sldId="441"/>
        </pc:sldMkLst>
        <pc:spChg chg="mod">
          <ac:chgData name="Zoltán Kiss" userId="92379d10-cc9a-4f20-b634-15c49a8da7ed" providerId="ADAL" clId="{6D1619E8-CFAD-3F4D-BCEF-8664409D7182}" dt="2025-06-19T09:55:33.622" v="1191" actId="20577"/>
          <ac:spMkLst>
            <pc:docMk/>
            <pc:sldMk cId="2837668711" sldId="441"/>
            <ac:spMk id="9" creationId="{F887F2F6-0B53-4E7F-BD7F-4D383A7705C4}"/>
          </ac:spMkLst>
        </pc:spChg>
      </pc:sldChg>
      <pc:sldChg chg="del">
        <pc:chgData name="Zoltán Kiss" userId="92379d10-cc9a-4f20-b634-15c49a8da7ed" providerId="ADAL" clId="{6D1619E8-CFAD-3F4D-BCEF-8664409D7182}" dt="2025-06-20T07:55:29.701" v="2683" actId="2696"/>
        <pc:sldMkLst>
          <pc:docMk/>
          <pc:sldMk cId="0" sldId="443"/>
        </pc:sldMkLst>
      </pc:sldChg>
      <pc:sldChg chg="modSp mod">
        <pc:chgData name="Zoltán Kiss" userId="92379d10-cc9a-4f20-b634-15c49a8da7ed" providerId="ADAL" clId="{6D1619E8-CFAD-3F4D-BCEF-8664409D7182}" dt="2025-06-19T08:21:47.735" v="124" actId="20577"/>
        <pc:sldMkLst>
          <pc:docMk/>
          <pc:sldMk cId="1621413643" sldId="452"/>
        </pc:sldMkLst>
        <pc:spChg chg="mod">
          <ac:chgData name="Zoltán Kiss" userId="92379d10-cc9a-4f20-b634-15c49a8da7ed" providerId="ADAL" clId="{6D1619E8-CFAD-3F4D-BCEF-8664409D7182}" dt="2025-06-19T08:21:47.735" v="124" actId="20577"/>
          <ac:spMkLst>
            <pc:docMk/>
            <pc:sldMk cId="1621413643" sldId="452"/>
            <ac:spMk id="2" creationId="{B1E0900D-543A-7D2F-06DD-CADDC5D9912E}"/>
          </ac:spMkLst>
        </pc:spChg>
      </pc:sldChg>
      <pc:sldChg chg="modSp mod">
        <pc:chgData name="Zoltán Kiss" userId="92379d10-cc9a-4f20-b634-15c49a8da7ed" providerId="ADAL" clId="{6D1619E8-CFAD-3F4D-BCEF-8664409D7182}" dt="2025-06-19T08:10:15.904" v="82" actId="404"/>
        <pc:sldMkLst>
          <pc:docMk/>
          <pc:sldMk cId="1072924209" sldId="456"/>
        </pc:sldMkLst>
        <pc:spChg chg="mod">
          <ac:chgData name="Zoltán Kiss" userId="92379d10-cc9a-4f20-b634-15c49a8da7ed" providerId="ADAL" clId="{6D1619E8-CFAD-3F4D-BCEF-8664409D7182}" dt="2025-06-19T08:10:15.904" v="82" actId="404"/>
          <ac:spMkLst>
            <pc:docMk/>
            <pc:sldMk cId="1072924209" sldId="456"/>
            <ac:spMk id="5" creationId="{8ABA39B1-6D35-0823-ACAB-1911EC69662E}"/>
          </ac:spMkLst>
        </pc:spChg>
      </pc:sldChg>
      <pc:sldChg chg="addSp modSp add mod modClrScheme chgLayout">
        <pc:chgData name="Zoltán Kiss" userId="92379d10-cc9a-4f20-b634-15c49a8da7ed" providerId="ADAL" clId="{6D1619E8-CFAD-3F4D-BCEF-8664409D7182}" dt="2025-06-19T08:17:10.157" v="102" actId="207"/>
        <pc:sldMkLst>
          <pc:docMk/>
          <pc:sldMk cId="1308288536" sldId="458"/>
        </pc:sldMkLst>
        <pc:spChg chg="add mod ord">
          <ac:chgData name="Zoltán Kiss" userId="92379d10-cc9a-4f20-b634-15c49a8da7ed" providerId="ADAL" clId="{6D1619E8-CFAD-3F4D-BCEF-8664409D7182}" dt="2025-06-19T08:16:55.798" v="84" actId="700"/>
          <ac:spMkLst>
            <pc:docMk/>
            <pc:sldMk cId="1308288536" sldId="458"/>
            <ac:spMk id="2" creationId="{9173B691-CDE3-8D33-C33D-FF8DBB42AD72}"/>
          </ac:spMkLst>
        </pc:spChg>
        <pc:spChg chg="mod ord">
          <ac:chgData name="Zoltán Kiss" userId="92379d10-cc9a-4f20-b634-15c49a8da7ed" providerId="ADAL" clId="{6D1619E8-CFAD-3F4D-BCEF-8664409D7182}" dt="2025-06-19T08:17:10.157" v="102" actId="207"/>
          <ac:spMkLst>
            <pc:docMk/>
            <pc:sldMk cId="1308288536" sldId="458"/>
            <ac:spMk id="3" creationId="{1A772EFC-049B-4C42-A4B4-07436CAC0B3D}"/>
          </ac:spMkLst>
        </pc:spChg>
        <pc:spChg chg="add mod ord">
          <ac:chgData name="Zoltán Kiss" userId="92379d10-cc9a-4f20-b634-15c49a8da7ed" providerId="ADAL" clId="{6D1619E8-CFAD-3F4D-BCEF-8664409D7182}" dt="2025-06-19T08:16:55.798" v="84" actId="700"/>
          <ac:spMkLst>
            <pc:docMk/>
            <pc:sldMk cId="1308288536" sldId="458"/>
            <ac:spMk id="6" creationId="{8EEB664D-D6C0-12DE-5E69-6C7B12189C36}"/>
          </ac:spMkLst>
        </pc:spChg>
      </pc:sldChg>
      <pc:sldChg chg="new del">
        <pc:chgData name="Zoltán Kiss" userId="92379d10-cc9a-4f20-b634-15c49a8da7ed" providerId="ADAL" clId="{6D1619E8-CFAD-3F4D-BCEF-8664409D7182}" dt="2025-06-19T08:21:12.292" v="105" actId="2696"/>
        <pc:sldMkLst>
          <pc:docMk/>
          <pc:sldMk cId="470352585" sldId="459"/>
        </pc:sldMkLst>
      </pc:sldChg>
      <pc:sldChg chg="addSp delSp modSp new mod modClrScheme chgLayout">
        <pc:chgData name="Zoltán Kiss" userId="92379d10-cc9a-4f20-b634-15c49a8da7ed" providerId="ADAL" clId="{6D1619E8-CFAD-3F4D-BCEF-8664409D7182}" dt="2025-06-19T08:23:59.468" v="129" actId="26606"/>
        <pc:sldMkLst>
          <pc:docMk/>
          <pc:sldMk cId="2027226030" sldId="459"/>
        </pc:sldMkLst>
        <pc:spChg chg="del">
          <ac:chgData name="Zoltán Kiss" userId="92379d10-cc9a-4f20-b634-15c49a8da7ed" providerId="ADAL" clId="{6D1619E8-CFAD-3F4D-BCEF-8664409D7182}" dt="2025-06-19T08:23:59.468" v="129" actId="26606"/>
          <ac:spMkLst>
            <pc:docMk/>
            <pc:sldMk cId="2027226030" sldId="459"/>
            <ac:spMk id="2" creationId="{45ADE507-EA16-5BE5-317B-8BB018E77386}"/>
          </ac:spMkLst>
        </pc:spChg>
        <pc:spChg chg="del">
          <ac:chgData name="Zoltán Kiss" userId="92379d10-cc9a-4f20-b634-15c49a8da7ed" providerId="ADAL" clId="{6D1619E8-CFAD-3F4D-BCEF-8664409D7182}" dt="2025-06-19T08:23:59.468" v="129" actId="26606"/>
          <ac:spMkLst>
            <pc:docMk/>
            <pc:sldMk cId="2027226030" sldId="459"/>
            <ac:spMk id="3" creationId="{1C0E8A87-C211-C09C-C3CD-03DADA8F3A92}"/>
          </ac:spMkLst>
        </pc:spChg>
        <pc:picChg chg="add mod">
          <ac:chgData name="Zoltán Kiss" userId="92379d10-cc9a-4f20-b634-15c49a8da7ed" providerId="ADAL" clId="{6D1619E8-CFAD-3F4D-BCEF-8664409D7182}" dt="2025-06-19T08:23:59.468" v="129" actId="26606"/>
          <ac:picMkLst>
            <pc:docMk/>
            <pc:sldMk cId="2027226030" sldId="459"/>
            <ac:picMk id="4" creationId="{E1EC2814-4765-82E3-BD15-375AA566C107}"/>
          </ac:picMkLst>
        </pc:picChg>
      </pc:sldChg>
      <pc:sldChg chg="delSp modSp new mod">
        <pc:chgData name="Zoltán Kiss" userId="92379d10-cc9a-4f20-b634-15c49a8da7ed" providerId="ADAL" clId="{6D1619E8-CFAD-3F4D-BCEF-8664409D7182}" dt="2025-06-20T07:54:54.184" v="2673" actId="20577"/>
        <pc:sldMkLst>
          <pc:docMk/>
          <pc:sldMk cId="2077825354" sldId="460"/>
        </pc:sldMkLst>
        <pc:spChg chg="mod">
          <ac:chgData name="Zoltán Kiss" userId="92379d10-cc9a-4f20-b634-15c49a8da7ed" providerId="ADAL" clId="{6D1619E8-CFAD-3F4D-BCEF-8664409D7182}" dt="2025-06-19T08:33:04.776" v="194" actId="20577"/>
          <ac:spMkLst>
            <pc:docMk/>
            <pc:sldMk cId="2077825354" sldId="460"/>
            <ac:spMk id="2" creationId="{3E80C33E-D71B-442E-E3E0-8B9B0548CE13}"/>
          </ac:spMkLst>
        </pc:spChg>
        <pc:spChg chg="mod">
          <ac:chgData name="Zoltán Kiss" userId="92379d10-cc9a-4f20-b634-15c49a8da7ed" providerId="ADAL" clId="{6D1619E8-CFAD-3F4D-BCEF-8664409D7182}" dt="2025-06-20T07:54:54.184" v="2673" actId="20577"/>
          <ac:spMkLst>
            <pc:docMk/>
            <pc:sldMk cId="2077825354" sldId="460"/>
            <ac:spMk id="4" creationId="{DE652E6F-61C7-3876-337C-092A2C5654CF}"/>
          </ac:spMkLst>
        </pc:spChg>
        <pc:spChg chg="del">
          <ac:chgData name="Zoltán Kiss" userId="92379d10-cc9a-4f20-b634-15c49a8da7ed" providerId="ADAL" clId="{6D1619E8-CFAD-3F4D-BCEF-8664409D7182}" dt="2025-06-19T08:33:12.410" v="197" actId="478"/>
          <ac:spMkLst>
            <pc:docMk/>
            <pc:sldMk cId="2077825354" sldId="460"/>
            <ac:spMk id="5" creationId="{884ABB03-33ED-65B8-8AD6-90676B04F9E4}"/>
          </ac:spMkLst>
        </pc:spChg>
      </pc:sldChg>
      <pc:sldChg chg="modSp add mod">
        <pc:chgData name="Zoltán Kiss" userId="92379d10-cc9a-4f20-b634-15c49a8da7ed" providerId="ADAL" clId="{6D1619E8-CFAD-3F4D-BCEF-8664409D7182}" dt="2025-06-20T07:53:55.190" v="2552" actId="20577"/>
        <pc:sldMkLst>
          <pc:docMk/>
          <pc:sldMk cId="2271477243" sldId="461"/>
        </pc:sldMkLst>
        <pc:spChg chg="mod">
          <ac:chgData name="Zoltán Kiss" userId="92379d10-cc9a-4f20-b634-15c49a8da7ed" providerId="ADAL" clId="{6D1619E8-CFAD-3F4D-BCEF-8664409D7182}" dt="2025-06-19T08:35:12.810" v="439" actId="27636"/>
          <ac:spMkLst>
            <pc:docMk/>
            <pc:sldMk cId="2271477243" sldId="461"/>
            <ac:spMk id="2" creationId="{8AF1D341-30FA-B737-E335-A82C5733DDF7}"/>
          </ac:spMkLst>
        </pc:spChg>
        <pc:spChg chg="mod">
          <ac:chgData name="Zoltán Kiss" userId="92379d10-cc9a-4f20-b634-15c49a8da7ed" providerId="ADAL" clId="{6D1619E8-CFAD-3F4D-BCEF-8664409D7182}" dt="2025-06-20T07:53:55.190" v="2552" actId="20577"/>
          <ac:spMkLst>
            <pc:docMk/>
            <pc:sldMk cId="2271477243" sldId="461"/>
            <ac:spMk id="4" creationId="{85FAFFD1-3A3D-8C36-6CBD-11211AB6F2E1}"/>
          </ac:spMkLst>
        </pc:spChg>
      </pc:sldChg>
      <pc:sldChg chg="addSp delSp modSp new mod modClrScheme chgLayout">
        <pc:chgData name="Zoltán Kiss" userId="92379d10-cc9a-4f20-b634-15c49a8da7ed" providerId="ADAL" clId="{6D1619E8-CFAD-3F4D-BCEF-8664409D7182}" dt="2025-06-19T09:32:04.073" v="1066" actId="14100"/>
        <pc:sldMkLst>
          <pc:docMk/>
          <pc:sldMk cId="632894460" sldId="462"/>
        </pc:sldMkLst>
        <pc:spChg chg="del">
          <ac:chgData name="Zoltán Kiss" userId="92379d10-cc9a-4f20-b634-15c49a8da7ed" providerId="ADAL" clId="{6D1619E8-CFAD-3F4D-BCEF-8664409D7182}" dt="2025-06-19T09:10:11.355" v="811" actId="700"/>
          <ac:spMkLst>
            <pc:docMk/>
            <pc:sldMk cId="632894460" sldId="462"/>
            <ac:spMk id="2" creationId="{B9905699-93B0-A798-872D-EBF3ADF8E105}"/>
          </ac:spMkLst>
        </pc:spChg>
        <pc:spChg chg="del mod ord">
          <ac:chgData name="Zoltán Kiss" userId="92379d10-cc9a-4f20-b634-15c49a8da7ed" providerId="ADAL" clId="{6D1619E8-CFAD-3F4D-BCEF-8664409D7182}" dt="2025-06-19T09:10:11.355" v="811" actId="700"/>
          <ac:spMkLst>
            <pc:docMk/>
            <pc:sldMk cId="632894460" sldId="462"/>
            <ac:spMk id="3" creationId="{51668C70-EB4B-823D-530A-1D1831259877}"/>
          </ac:spMkLst>
        </pc:spChg>
        <pc:spChg chg="add mod ord">
          <ac:chgData name="Zoltán Kiss" userId="92379d10-cc9a-4f20-b634-15c49a8da7ed" providerId="ADAL" clId="{6D1619E8-CFAD-3F4D-BCEF-8664409D7182}" dt="2025-06-19T09:10:16.825" v="826" actId="20577"/>
          <ac:spMkLst>
            <pc:docMk/>
            <pc:sldMk cId="632894460" sldId="462"/>
            <ac:spMk id="4" creationId="{2D9BC38C-1693-D220-E3FD-E01BEFBC2600}"/>
          </ac:spMkLst>
        </pc:spChg>
        <pc:spChg chg="add mod ord">
          <ac:chgData name="Zoltán Kiss" userId="92379d10-cc9a-4f20-b634-15c49a8da7ed" providerId="ADAL" clId="{6D1619E8-CFAD-3F4D-BCEF-8664409D7182}" dt="2025-06-19T09:10:54.665" v="863" actId="21"/>
          <ac:spMkLst>
            <pc:docMk/>
            <pc:sldMk cId="632894460" sldId="462"/>
            <ac:spMk id="5" creationId="{C2DAF2B6-89AB-4F18-EC47-3B2CE7BF9E70}"/>
          </ac:spMkLst>
        </pc:spChg>
        <pc:spChg chg="add del mod ord">
          <ac:chgData name="Zoltán Kiss" userId="92379d10-cc9a-4f20-b634-15c49a8da7ed" providerId="ADAL" clId="{6D1619E8-CFAD-3F4D-BCEF-8664409D7182}" dt="2025-06-19T09:10:24.766" v="840" actId="478"/>
          <ac:spMkLst>
            <pc:docMk/>
            <pc:sldMk cId="632894460" sldId="462"/>
            <ac:spMk id="6" creationId="{A1D54999-C2EA-25EB-4B9C-DB0B96A22A01}"/>
          </ac:spMkLst>
        </pc:spChg>
        <pc:spChg chg="add del mod ord">
          <ac:chgData name="Zoltán Kiss" userId="92379d10-cc9a-4f20-b634-15c49a8da7ed" providerId="ADAL" clId="{6D1619E8-CFAD-3F4D-BCEF-8664409D7182}" dt="2025-06-19T09:10:27.282" v="841" actId="478"/>
          <ac:spMkLst>
            <pc:docMk/>
            <pc:sldMk cId="632894460" sldId="462"/>
            <ac:spMk id="7" creationId="{84DDAE57-D009-B69F-008A-7034C994C1D7}"/>
          </ac:spMkLst>
        </pc:spChg>
        <pc:graphicFrameChg chg="add mod modGraphic">
          <ac:chgData name="Zoltán Kiss" userId="92379d10-cc9a-4f20-b634-15c49a8da7ed" providerId="ADAL" clId="{6D1619E8-CFAD-3F4D-BCEF-8664409D7182}" dt="2025-06-19T09:32:04.073" v="1066" actId="14100"/>
          <ac:graphicFrameMkLst>
            <pc:docMk/>
            <pc:sldMk cId="632894460" sldId="462"/>
            <ac:graphicFrameMk id="8" creationId="{BA5A800D-8172-53A4-1084-7CF2AD0EA4F4}"/>
          </ac:graphicFrameMkLst>
        </pc:graphicFrameChg>
      </pc:sldChg>
      <pc:sldChg chg="add">
        <pc:chgData name="Zoltán Kiss" userId="92379d10-cc9a-4f20-b634-15c49a8da7ed" providerId="ADAL" clId="{6D1619E8-CFAD-3F4D-BCEF-8664409D7182}" dt="2025-06-19T09:35:39.017" v="1068"/>
        <pc:sldMkLst>
          <pc:docMk/>
          <pc:sldMk cId="348181315" sldId="463"/>
        </pc:sldMkLst>
      </pc:sldChg>
      <pc:sldChg chg="addSp modSp add mod">
        <pc:chgData name="Zoltán Kiss" userId="92379d10-cc9a-4f20-b634-15c49a8da7ed" providerId="ADAL" clId="{6D1619E8-CFAD-3F4D-BCEF-8664409D7182}" dt="2025-06-19T09:36:16.417" v="1110" actId="20577"/>
        <pc:sldMkLst>
          <pc:docMk/>
          <pc:sldMk cId="2339006558" sldId="464"/>
        </pc:sldMkLst>
        <pc:spChg chg="add mod">
          <ac:chgData name="Zoltán Kiss" userId="92379d10-cc9a-4f20-b634-15c49a8da7ed" providerId="ADAL" clId="{6D1619E8-CFAD-3F4D-BCEF-8664409D7182}" dt="2025-06-19T09:36:16.417" v="1110" actId="20577"/>
          <ac:spMkLst>
            <pc:docMk/>
            <pc:sldMk cId="2339006558" sldId="464"/>
            <ac:spMk id="2" creationId="{F10E2825-0B1F-7C5D-B791-C2A3215D39FD}"/>
          </ac:spMkLst>
        </pc:spChg>
      </pc:sldChg>
      <pc:sldChg chg="add">
        <pc:chgData name="Zoltán Kiss" userId="92379d10-cc9a-4f20-b634-15c49a8da7ed" providerId="ADAL" clId="{6D1619E8-CFAD-3F4D-BCEF-8664409D7182}" dt="2025-06-19T09:35:39.017" v="1068"/>
        <pc:sldMkLst>
          <pc:docMk/>
          <pc:sldMk cId="878364032" sldId="465"/>
        </pc:sldMkLst>
      </pc:sldChg>
      <pc:sldChg chg="delSp modSp new mod">
        <pc:chgData name="Zoltán Kiss" userId="92379d10-cc9a-4f20-b634-15c49a8da7ed" providerId="ADAL" clId="{6D1619E8-CFAD-3F4D-BCEF-8664409D7182}" dt="2025-06-20T07:55:14.935" v="2680" actId="20577"/>
        <pc:sldMkLst>
          <pc:docMk/>
          <pc:sldMk cId="165871695" sldId="466"/>
        </pc:sldMkLst>
        <pc:spChg chg="mod">
          <ac:chgData name="Zoltán Kiss" userId="92379d10-cc9a-4f20-b634-15c49a8da7ed" providerId="ADAL" clId="{6D1619E8-CFAD-3F4D-BCEF-8664409D7182}" dt="2025-06-19T10:07:53.535" v="1338" actId="20577"/>
          <ac:spMkLst>
            <pc:docMk/>
            <pc:sldMk cId="165871695" sldId="466"/>
            <ac:spMk id="2" creationId="{4FBD8728-BB4D-E1C3-EF84-A79AA88CF52D}"/>
          </ac:spMkLst>
        </pc:spChg>
        <pc:spChg chg="mod">
          <ac:chgData name="Zoltán Kiss" userId="92379d10-cc9a-4f20-b634-15c49a8da7ed" providerId="ADAL" clId="{6D1619E8-CFAD-3F4D-BCEF-8664409D7182}" dt="2025-06-20T07:55:14.935" v="2680" actId="20577"/>
          <ac:spMkLst>
            <pc:docMk/>
            <pc:sldMk cId="165871695" sldId="466"/>
            <ac:spMk id="3" creationId="{135CAA26-B52B-09D5-12DC-AACF2B7FCCA3}"/>
          </ac:spMkLst>
        </pc:spChg>
        <pc:spChg chg="del">
          <ac:chgData name="Zoltán Kiss" userId="92379d10-cc9a-4f20-b634-15c49a8da7ed" providerId="ADAL" clId="{6D1619E8-CFAD-3F4D-BCEF-8664409D7182}" dt="2025-06-19T10:07:19.659" v="1297" actId="478"/>
          <ac:spMkLst>
            <pc:docMk/>
            <pc:sldMk cId="165871695" sldId="466"/>
            <ac:spMk id="4" creationId="{5004BD88-1239-63AE-FB57-9121A617C180}"/>
          </ac:spMkLst>
        </pc:spChg>
        <pc:spChg chg="del">
          <ac:chgData name="Zoltán Kiss" userId="92379d10-cc9a-4f20-b634-15c49a8da7ed" providerId="ADAL" clId="{6D1619E8-CFAD-3F4D-BCEF-8664409D7182}" dt="2025-06-19T10:07:21.180" v="1298" actId="478"/>
          <ac:spMkLst>
            <pc:docMk/>
            <pc:sldMk cId="165871695" sldId="466"/>
            <ac:spMk id="5" creationId="{780A0C64-15FC-0056-2DC8-A9909A4E89C0}"/>
          </ac:spMkLst>
        </pc:spChg>
      </pc:sldChg>
      <pc:sldChg chg="add">
        <pc:chgData name="Zoltán Kiss" userId="92379d10-cc9a-4f20-b634-15c49a8da7ed" providerId="ADAL" clId="{6D1619E8-CFAD-3F4D-BCEF-8664409D7182}" dt="2025-06-19T10:30:49.602" v="1760"/>
        <pc:sldMkLst>
          <pc:docMk/>
          <pc:sldMk cId="1529892487" sldId="467"/>
        </pc:sldMkLst>
      </pc:sldChg>
      <pc:sldChg chg="add">
        <pc:chgData name="Zoltán Kiss" userId="92379d10-cc9a-4f20-b634-15c49a8da7ed" providerId="ADAL" clId="{6D1619E8-CFAD-3F4D-BCEF-8664409D7182}" dt="2025-06-19T10:30:49.602" v="1760"/>
        <pc:sldMkLst>
          <pc:docMk/>
          <pc:sldMk cId="1179590273" sldId="468"/>
        </pc:sldMkLst>
      </pc:sldChg>
      <pc:sldChg chg="addSp modSp new mod">
        <pc:chgData name="Zoltán Kiss" userId="92379d10-cc9a-4f20-b634-15c49a8da7ed" providerId="ADAL" clId="{6D1619E8-CFAD-3F4D-BCEF-8664409D7182}" dt="2025-06-19T10:31:40.651" v="1768" actId="1076"/>
        <pc:sldMkLst>
          <pc:docMk/>
          <pc:sldMk cId="3428207867" sldId="469"/>
        </pc:sldMkLst>
        <pc:picChg chg="add mod">
          <ac:chgData name="Zoltán Kiss" userId="92379d10-cc9a-4f20-b634-15c49a8da7ed" providerId="ADAL" clId="{6D1619E8-CFAD-3F4D-BCEF-8664409D7182}" dt="2025-06-19T10:31:40.651" v="1768" actId="1076"/>
          <ac:picMkLst>
            <pc:docMk/>
            <pc:sldMk cId="3428207867" sldId="469"/>
            <ac:picMk id="6" creationId="{6C4CE66E-039C-CB06-D00B-CD428C12A1B1}"/>
          </ac:picMkLst>
        </pc:picChg>
      </pc:sldChg>
      <pc:sldChg chg="modSp add mod">
        <pc:chgData name="Zoltán Kiss" userId="92379d10-cc9a-4f20-b634-15c49a8da7ed" providerId="ADAL" clId="{6D1619E8-CFAD-3F4D-BCEF-8664409D7182}" dt="2025-06-19T10:49:23.361" v="2551" actId="20577"/>
        <pc:sldMkLst>
          <pc:docMk/>
          <pc:sldMk cId="3873735253" sldId="470"/>
        </pc:sldMkLst>
        <pc:spChg chg="mod">
          <ac:chgData name="Zoltán Kiss" userId="92379d10-cc9a-4f20-b634-15c49a8da7ed" providerId="ADAL" clId="{6D1619E8-CFAD-3F4D-BCEF-8664409D7182}" dt="2025-06-19T10:34:18.083" v="1777" actId="20577"/>
          <ac:spMkLst>
            <pc:docMk/>
            <pc:sldMk cId="3873735253" sldId="470"/>
            <ac:spMk id="2" creationId="{7D52519B-AB08-0BD9-CC1F-184AC7414E6A}"/>
          </ac:spMkLst>
        </pc:spChg>
        <pc:spChg chg="mod">
          <ac:chgData name="Zoltán Kiss" userId="92379d10-cc9a-4f20-b634-15c49a8da7ed" providerId="ADAL" clId="{6D1619E8-CFAD-3F4D-BCEF-8664409D7182}" dt="2025-06-19T10:49:23.361" v="2551" actId="20577"/>
          <ac:spMkLst>
            <pc:docMk/>
            <pc:sldMk cId="3873735253" sldId="470"/>
            <ac:spMk id="3" creationId="{D3193B17-2A26-2B33-3C81-F9530407179F}"/>
          </ac:spMkLst>
        </pc:spChg>
      </pc:sldChg>
      <pc:sldChg chg="modSp add mod">
        <pc:chgData name="Zoltán Kiss" userId="92379d10-cc9a-4f20-b634-15c49a8da7ed" providerId="ADAL" clId="{6D1619E8-CFAD-3F4D-BCEF-8664409D7182}" dt="2025-06-19T10:38:37.741" v="2172" actId="20577"/>
        <pc:sldMkLst>
          <pc:docMk/>
          <pc:sldMk cId="166762514" sldId="471"/>
        </pc:sldMkLst>
        <pc:spChg chg="mod">
          <ac:chgData name="Zoltán Kiss" userId="92379d10-cc9a-4f20-b634-15c49a8da7ed" providerId="ADAL" clId="{6D1619E8-CFAD-3F4D-BCEF-8664409D7182}" dt="2025-06-19T10:35:33.690" v="1860" actId="20577"/>
          <ac:spMkLst>
            <pc:docMk/>
            <pc:sldMk cId="166762514" sldId="471"/>
            <ac:spMk id="2" creationId="{9D482FEA-065C-3C11-5242-7E7FBCFE48CD}"/>
          </ac:spMkLst>
        </pc:spChg>
        <pc:spChg chg="mod">
          <ac:chgData name="Zoltán Kiss" userId="92379d10-cc9a-4f20-b634-15c49a8da7ed" providerId="ADAL" clId="{6D1619E8-CFAD-3F4D-BCEF-8664409D7182}" dt="2025-06-19T10:38:37.741" v="2172" actId="20577"/>
          <ac:spMkLst>
            <pc:docMk/>
            <pc:sldMk cId="166762514" sldId="471"/>
            <ac:spMk id="4" creationId="{39AB355B-205A-AA5C-5259-20D6EB89D7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4A3FE-4F05-1A47-9CF6-61B9F71EEAD8}" type="datetimeFigureOut">
              <a:rPr lang="hu-HU" smtClean="0"/>
              <a:t>2026. 02. 02.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2178A-B6C6-7D43-9E4C-A8074A61FA4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837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F7A79-70FE-914C-B5B0-2F7783ECF3E1}" type="slidenum">
              <a:rPr lang="en-HU" smtClean="0"/>
              <a:t>1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909153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90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07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1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65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07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70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424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607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24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141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öveg helye 8">
            <a:extLst>
              <a:ext uri="{FF2B5EF4-FFF2-40B4-BE49-F238E27FC236}">
                <a16:creationId xmlns:a16="http://schemas.microsoft.com/office/drawing/2014/main" id="{5902E836-03B7-416B-9BC8-BABE8ECE6B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8334" y="3022915"/>
            <a:ext cx="6059083" cy="5860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000" b="1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ExtraBold" panose="00000900000000000000" pitchFamily="2" charset="-18"/>
              </a:defRPr>
            </a:lvl1pPr>
            <a:lvl2pPr marL="457097" indent="0">
              <a:buFontTx/>
              <a:buNone/>
              <a:defRPr/>
            </a:lvl2pPr>
            <a:lvl3pPr marL="914194" indent="0">
              <a:buFontTx/>
              <a:buNone/>
              <a:defRPr/>
            </a:lvl3pPr>
            <a:lvl4pPr marL="1371291" indent="0">
              <a:buFontTx/>
              <a:buNone/>
              <a:defRPr/>
            </a:lvl4pPr>
            <a:lvl5pPr marL="1828388" indent="0">
              <a:buFontTx/>
              <a:buNone/>
              <a:defRPr/>
            </a:lvl5pPr>
          </a:lstStyle>
          <a:p>
            <a:pPr lvl="0"/>
            <a:r>
              <a:rPr lang="hu-HU"/>
              <a:t>Cím helye</a:t>
            </a:r>
          </a:p>
        </p:txBody>
      </p:sp>
      <p:sp>
        <p:nvSpPr>
          <p:cNvPr id="10" name="Szöveg helye 8">
            <a:extLst>
              <a:ext uri="{FF2B5EF4-FFF2-40B4-BE49-F238E27FC236}">
                <a16:creationId xmlns:a16="http://schemas.microsoft.com/office/drawing/2014/main" id="{B5F090B6-E119-408C-A697-E3C71F8E41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8334" y="3635117"/>
            <a:ext cx="6059083" cy="74929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75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SemiBold" panose="00000700000000000000" pitchFamily="2" charset="-18"/>
              </a:defRPr>
            </a:lvl1pPr>
            <a:lvl2pPr marL="457097" indent="0">
              <a:buFontTx/>
              <a:buNone/>
              <a:defRPr/>
            </a:lvl2pPr>
            <a:lvl3pPr marL="914194" indent="0">
              <a:buFontTx/>
              <a:buNone/>
              <a:defRPr/>
            </a:lvl3pPr>
            <a:lvl4pPr marL="1371291" indent="0">
              <a:buFontTx/>
              <a:buNone/>
              <a:defRPr/>
            </a:lvl4pPr>
            <a:lvl5pPr marL="1828388" indent="0">
              <a:buFontTx/>
              <a:buNone/>
              <a:defRPr/>
            </a:lvl5pPr>
          </a:lstStyle>
          <a:p>
            <a:pPr lvl="0"/>
            <a:r>
              <a:rPr lang="hu-HU"/>
              <a:t>Alcím helye</a:t>
            </a:r>
          </a:p>
        </p:txBody>
      </p:sp>
      <p:pic>
        <p:nvPicPr>
          <p:cNvPr id="8" name="Kép 7" descr="A képen szimbólum, embléma, Betűtípus, Grafika látható&#10;&#10;Automatikusan generált leírás">
            <a:extLst>
              <a:ext uri="{FF2B5EF4-FFF2-40B4-BE49-F238E27FC236}">
                <a16:creationId xmlns:a16="http://schemas.microsoft.com/office/drawing/2014/main" id="{0AA96017-E812-A09C-BC9C-BAC034759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43553" y="6154738"/>
            <a:ext cx="878668" cy="317500"/>
          </a:xfrm>
          <a:prstGeom prst="rect">
            <a:avLst/>
          </a:prstGeom>
        </p:spPr>
      </p:pic>
      <p:pic>
        <p:nvPicPr>
          <p:cNvPr id="1028" name="Picture 4" descr="EuroCC-2 project - EuroCC Cyprus">
            <a:extLst>
              <a:ext uri="{FF2B5EF4-FFF2-40B4-BE49-F238E27FC236}">
                <a16:creationId xmlns:a16="http://schemas.microsoft.com/office/drawing/2014/main" id="{DE463471-ED0E-3D07-6071-4E2848A3F1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79" y="5938392"/>
            <a:ext cx="793060" cy="75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969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lrendezés 19">
    <p:bg>
      <p:bgPr>
        <a:blipFill dpi="0" rotWithShape="1">
          <a:blip r:embed="rId2" cstate="email">
            <a:alphaModFix amt="73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259" y="6269581"/>
            <a:ext cx="843162" cy="5022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églalap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7300">
                <a:srgbClr val="4279BC">
                  <a:alpha val="52000"/>
                </a:srgbClr>
              </a:gs>
              <a:gs pos="0">
                <a:srgbClr val="4279BC"/>
              </a:gs>
              <a:gs pos="100000">
                <a:srgbClr val="4279B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745"/>
          </a:p>
        </p:txBody>
      </p:sp>
      <p:pic>
        <p:nvPicPr>
          <p:cNvPr id="7" name="Kép 6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259" y="6269581"/>
            <a:ext cx="843162" cy="5022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Cím 1"/>
          <p:cNvSpPr>
            <a:spLocks noGrp="1"/>
          </p:cNvSpPr>
          <p:nvPr>
            <p:ph type="ctrTitle"/>
          </p:nvPr>
        </p:nvSpPr>
        <p:spPr>
          <a:xfrm>
            <a:off x="199259" y="102395"/>
            <a:ext cx="11783384" cy="1266618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hu-HU" sz="4654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342724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ímd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zöveg helye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68325" y="1757998"/>
            <a:ext cx="5638800" cy="456881"/>
          </a:xfrm>
        </p:spPr>
        <p:txBody>
          <a:bodyPr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lvl1pPr>
          </a:lstStyle>
          <a:p>
            <a:pPr lvl="0">
              <a:defRPr/>
            </a:pPr>
            <a:r>
              <a:rPr lang="hu-HU"/>
              <a:t>&lt;név&gt;</a:t>
            </a:r>
            <a:endParaRPr/>
          </a:p>
        </p:txBody>
      </p:sp>
      <p:sp>
        <p:nvSpPr>
          <p:cNvPr id="8" name="Szövegdoboz 7"/>
          <p:cNvSpPr txBox="1"/>
          <p:nvPr userDrawn="1"/>
        </p:nvSpPr>
        <p:spPr bwMode="auto">
          <a:xfrm>
            <a:off x="568325" y="711200"/>
            <a:ext cx="6086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hu-HU" sz="3200">
                <a:solidFill>
                  <a:schemeClr val="bg1"/>
                </a:solidFill>
              </a:rPr>
              <a:t>Köszönöm megtisztelő figyelmüket!</a:t>
            </a:r>
            <a:endParaRPr/>
          </a:p>
        </p:txBody>
      </p:sp>
      <p:sp>
        <p:nvSpPr>
          <p:cNvPr id="9" name="Téglalap 8"/>
          <p:cNvSpPr/>
          <p:nvPr userDrawn="1"/>
        </p:nvSpPr>
        <p:spPr bwMode="auto">
          <a:xfrm>
            <a:off x="574318" y="4112081"/>
            <a:ext cx="58629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hu-HU" sz="2000" spc="-17">
                <a:solidFill>
                  <a:srgbClr val="FFFFFF"/>
                </a:solidFill>
                <a:latin typeface="Arial"/>
                <a:ea typeface="Arial"/>
                <a:cs typeface="Arial"/>
              </a:rPr>
              <a:t>🌐  </a:t>
            </a: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hpc.kifu.hu</a:t>
            </a:r>
            <a:b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      @HPC.CC.hu</a:t>
            </a:r>
            <a:endParaRPr lang="hu-HU" sz="2000"/>
          </a:p>
          <a:p>
            <a:pPr algn="l">
              <a:lnSpc>
                <a:spcPct val="100000"/>
              </a:lnSpc>
              <a:defRPr/>
            </a:pP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      @HPC_hu</a:t>
            </a:r>
            <a:endParaRPr lang="hu-HU" sz="2000"/>
          </a:p>
        </p:txBody>
      </p:sp>
      <p:pic>
        <p:nvPicPr>
          <p:cNvPr id="10" name="Kép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26331" y="4490937"/>
            <a:ext cx="257949" cy="257949"/>
          </a:xfrm>
          <a:prstGeom prst="rect">
            <a:avLst/>
          </a:prstGeom>
        </p:spPr>
      </p:pic>
      <p:pic>
        <p:nvPicPr>
          <p:cNvPr id="11" name="Kép 4"/>
          <p:cNvPicPr>
            <a:picLocks noChangeAspect="1"/>
          </p:cNvPicPr>
          <p:nvPr userDrawn="1"/>
        </p:nvPicPr>
        <p:blipFill>
          <a:blip r:embed="rId3">
            <a:biLevel thresh="50000"/>
          </a:blip>
          <a:stretch/>
        </p:blipFill>
        <p:spPr bwMode="auto">
          <a:xfrm>
            <a:off x="568325" y="4753781"/>
            <a:ext cx="373963" cy="373963"/>
          </a:xfrm>
          <a:prstGeom prst="rect">
            <a:avLst/>
          </a:prstGeom>
        </p:spPr>
      </p:pic>
      <p:sp>
        <p:nvSpPr>
          <p:cNvPr id="13" name="Tartalom helye 12"/>
          <p:cNvSpPr>
            <a:spLocks noGrp="1"/>
          </p:cNvSpPr>
          <p:nvPr>
            <p:ph sz="quarter" idx="11" hasCustomPrompt="1"/>
          </p:nvPr>
        </p:nvSpPr>
        <p:spPr bwMode="auto">
          <a:xfrm>
            <a:off x="568325" y="2408238"/>
            <a:ext cx="5040313" cy="446087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hu-HU"/>
              <a:t>&lt;titulus&gt;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623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ímd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zöveg helye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68325" y="1757998"/>
            <a:ext cx="5638800" cy="456881"/>
          </a:xfrm>
        </p:spPr>
        <p:txBody>
          <a:bodyPr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lvl1pPr>
          </a:lstStyle>
          <a:p>
            <a:pPr lvl="0">
              <a:defRPr/>
            </a:pPr>
            <a:r>
              <a:rPr lang="hu-HU"/>
              <a:t>&lt;név&gt;</a:t>
            </a:r>
            <a:endParaRPr/>
          </a:p>
        </p:txBody>
      </p:sp>
      <p:sp>
        <p:nvSpPr>
          <p:cNvPr id="8" name="Szövegdoboz 7"/>
          <p:cNvSpPr txBox="1"/>
          <p:nvPr userDrawn="1"/>
        </p:nvSpPr>
        <p:spPr bwMode="auto">
          <a:xfrm>
            <a:off x="568325" y="711200"/>
            <a:ext cx="6086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hu-HU" sz="3200">
                <a:solidFill>
                  <a:schemeClr val="bg1"/>
                </a:solidFill>
              </a:rPr>
              <a:t>Köszönöm megtisztelő figyelmüket!</a:t>
            </a:r>
            <a:endParaRPr/>
          </a:p>
        </p:txBody>
      </p:sp>
      <p:sp>
        <p:nvSpPr>
          <p:cNvPr id="9" name="Téglalap 8"/>
          <p:cNvSpPr/>
          <p:nvPr userDrawn="1"/>
        </p:nvSpPr>
        <p:spPr bwMode="auto">
          <a:xfrm>
            <a:off x="574318" y="4112081"/>
            <a:ext cx="58629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hu-HU" sz="2000" spc="-17">
                <a:solidFill>
                  <a:srgbClr val="FFFFFF"/>
                </a:solidFill>
                <a:latin typeface="Arial"/>
                <a:ea typeface="Arial"/>
                <a:cs typeface="Arial"/>
              </a:rPr>
              <a:t>🌐  </a:t>
            </a: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hpc.kifu.hu</a:t>
            </a:r>
            <a:b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      @HPC.CC.hu</a:t>
            </a:r>
            <a:endParaRPr lang="hu-HU" sz="2000"/>
          </a:p>
          <a:p>
            <a:pPr algn="l">
              <a:lnSpc>
                <a:spcPct val="100000"/>
              </a:lnSpc>
              <a:defRPr/>
            </a:pP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      @HPC_hu</a:t>
            </a:r>
            <a:endParaRPr lang="hu-HU" sz="2000"/>
          </a:p>
        </p:txBody>
      </p:sp>
      <p:pic>
        <p:nvPicPr>
          <p:cNvPr id="10" name="Kép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26331" y="4490937"/>
            <a:ext cx="257949" cy="257949"/>
          </a:xfrm>
          <a:prstGeom prst="rect">
            <a:avLst/>
          </a:prstGeom>
        </p:spPr>
      </p:pic>
      <p:pic>
        <p:nvPicPr>
          <p:cNvPr id="11" name="Kép 4"/>
          <p:cNvPicPr>
            <a:picLocks noChangeAspect="1"/>
          </p:cNvPicPr>
          <p:nvPr userDrawn="1"/>
        </p:nvPicPr>
        <p:blipFill>
          <a:blip r:embed="rId3">
            <a:biLevel thresh="50000"/>
          </a:blip>
          <a:stretch/>
        </p:blipFill>
        <p:spPr bwMode="auto">
          <a:xfrm>
            <a:off x="568325" y="4753781"/>
            <a:ext cx="373963" cy="373963"/>
          </a:xfrm>
          <a:prstGeom prst="rect">
            <a:avLst/>
          </a:prstGeom>
        </p:spPr>
      </p:pic>
      <p:sp>
        <p:nvSpPr>
          <p:cNvPr id="13" name="Tartalom helye 12"/>
          <p:cNvSpPr>
            <a:spLocks noGrp="1"/>
          </p:cNvSpPr>
          <p:nvPr>
            <p:ph sz="quarter" idx="11" hasCustomPrompt="1"/>
          </p:nvPr>
        </p:nvSpPr>
        <p:spPr bwMode="auto">
          <a:xfrm>
            <a:off x="568325" y="2408238"/>
            <a:ext cx="5040313" cy="446087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hu-HU"/>
              <a:t>&lt;titulus&gt;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26422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Címd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zöveg helye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68325" y="4176078"/>
            <a:ext cx="5638800" cy="456881"/>
          </a:xfrm>
        </p:spPr>
        <p:txBody>
          <a:bodyPr>
            <a:norm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/>
            </a:lvl1pPr>
          </a:lstStyle>
          <a:p>
            <a:pPr lvl="0">
              <a:defRPr/>
            </a:pPr>
            <a:r>
              <a:rPr lang="hu-HU"/>
              <a:t>&lt;név&gt;</a:t>
            </a:r>
            <a:endParaRPr/>
          </a:p>
        </p:txBody>
      </p:sp>
      <p:sp>
        <p:nvSpPr>
          <p:cNvPr id="13" name="Tartalom helye 12"/>
          <p:cNvSpPr>
            <a:spLocks noGrp="1"/>
          </p:cNvSpPr>
          <p:nvPr>
            <p:ph sz="quarter" idx="11" hasCustomPrompt="1"/>
          </p:nvPr>
        </p:nvSpPr>
        <p:spPr bwMode="auto">
          <a:xfrm>
            <a:off x="577849" y="4745038"/>
            <a:ext cx="5040313" cy="44608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>
              <a:defRPr/>
            </a:pPr>
            <a:r>
              <a:rPr lang="hu-HU"/>
              <a:t>&lt;titulus&gt;</a:t>
            </a:r>
            <a:endParaRPr/>
          </a:p>
        </p:txBody>
      </p:sp>
      <p:sp>
        <p:nvSpPr>
          <p:cNvPr id="3" name="Szöveg helye 2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77849" y="782638"/>
            <a:ext cx="6473825" cy="7312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>
              <a:defRPr/>
            </a:pPr>
            <a:r>
              <a:rPr lang="hu-HU"/>
              <a:t>&lt;előadás címe&gt;</a:t>
            </a:r>
            <a:endParaRPr/>
          </a:p>
        </p:txBody>
      </p:sp>
      <p:sp>
        <p:nvSpPr>
          <p:cNvPr id="12" name="Szöveg helye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8325" y="1971358"/>
            <a:ext cx="6473825" cy="73120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>
              <a:defRPr/>
            </a:pPr>
            <a:r>
              <a:rPr lang="hu-HU"/>
              <a:t>&lt;előadás alcíme&gt;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09461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Elrendezés 13">
    <p:bg>
      <p:bgPr>
        <a:blipFill>
          <a:blip r:embed="rId2">
            <a:alphaModFix amt="73000"/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99259" y="6269581"/>
            <a:ext cx="843162" cy="5022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Cím 1"/>
          <p:cNvSpPr>
            <a:spLocks noGrp="1"/>
          </p:cNvSpPr>
          <p:nvPr>
            <p:ph type="ctrTitle"/>
          </p:nvPr>
        </p:nvSpPr>
        <p:spPr bwMode="auto">
          <a:xfrm>
            <a:off x="199259" y="172375"/>
            <a:ext cx="11783384" cy="911117"/>
          </a:xfrm>
          <a:prstGeom prst="rect">
            <a:avLst/>
          </a:prstGeom>
          <a:effectLst>
            <a:outerShdw blurRad="304800" dist="88900" dir="2700000" algn="ctr" rotWithShape="0">
              <a:schemeClr val="bg1">
                <a:alpha val="67000"/>
              </a:schemeClr>
            </a:outerShdw>
          </a:effectLst>
        </p:spPr>
        <p:txBody>
          <a:bodyPr anchor="ctr">
            <a:normAutofit/>
          </a:bodyPr>
          <a:lstStyle>
            <a:lvl1pPr algn="ctr">
              <a:defRPr sz="4650" b="1">
                <a:solidFill>
                  <a:srgbClr val="4279BC"/>
                </a:solidFill>
                <a:latin typeface="Calibri"/>
              </a:defRPr>
            </a:lvl1pPr>
          </a:lstStyle>
          <a:p>
            <a:pPr>
              <a:defRPr/>
            </a:pPr>
            <a:r>
              <a:rPr lang="hu-HU"/>
              <a:t>Mintacím szerkesztése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1805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Ür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3DC1C80-78BA-4A62-82B6-BF2E5123ABCA}" type="datetimeFigureOut">
              <a:rPr lang="hu-HU"/>
              <a:t>2026. 02. 02.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A3BC61B-5888-4B29-8EEF-8DC1C45594BA}" type="slidenum">
              <a:rPr lang="hu-HU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3220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zöveg helye 20">
            <a:extLst>
              <a:ext uri="{FF2B5EF4-FFF2-40B4-BE49-F238E27FC236}">
                <a16:creationId xmlns:a16="http://schemas.microsoft.com/office/drawing/2014/main" id="{7DBA2ACE-21DF-47C5-9A24-8E3ECAE38A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2738" y="876300"/>
            <a:ext cx="3594802" cy="901700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 b="1" i="0">
                <a:solidFill>
                  <a:srgbClr val="4764D1"/>
                </a:solidFill>
                <a:latin typeface="Source Sans Pro" panose="020F0502020204030204" pitchFamily="34" charset="0"/>
                <a:ea typeface="Source Sans Pro" panose="020F0502020204030204" pitchFamily="34" charset="0"/>
                <a:cs typeface="Poppins SemiBold" panose="00000700000000000000" pitchFamily="2" charset="-18"/>
              </a:defRPr>
            </a:lvl1pPr>
          </a:lstStyle>
          <a:p>
            <a:pPr lvl="0"/>
            <a:r>
              <a:rPr lang="hu-HU"/>
              <a:t>Cím helye</a:t>
            </a:r>
          </a:p>
        </p:txBody>
      </p:sp>
      <p:pic>
        <p:nvPicPr>
          <p:cNvPr id="2" name="Kép 1" descr="A képen Grafika, Grafikus tervezés, Betűtípus, Acélkék látható&#10;&#10;Automatikusan generált leírás">
            <a:extLst>
              <a:ext uri="{FF2B5EF4-FFF2-40B4-BE49-F238E27FC236}">
                <a16:creationId xmlns:a16="http://schemas.microsoft.com/office/drawing/2014/main" id="{E09306E2-4D6C-B7A4-FD32-740868BEF3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43553" y="6154738"/>
            <a:ext cx="878668" cy="317500"/>
          </a:xfrm>
          <a:prstGeom prst="rect">
            <a:avLst/>
          </a:prstGeom>
        </p:spPr>
      </p:pic>
      <p:sp>
        <p:nvSpPr>
          <p:cNvPr id="3" name="Szöveg helye 20">
            <a:extLst>
              <a:ext uri="{FF2B5EF4-FFF2-40B4-BE49-F238E27FC236}">
                <a16:creationId xmlns:a16="http://schemas.microsoft.com/office/drawing/2014/main" id="{A6296A24-C300-F79D-55B5-66CF5C61D3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2738" y="1778000"/>
            <a:ext cx="3594802" cy="521855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750" b="1" i="0">
                <a:solidFill>
                  <a:schemeClr val="tx1"/>
                </a:solidFill>
                <a:latin typeface="Source Sans Pro SemiBold" panose="020F0502020204030204" pitchFamily="34" charset="0"/>
                <a:ea typeface="Source Sans Pro" panose="020F0502020204030204" pitchFamily="34" charset="0"/>
                <a:cs typeface="Source Sans Pro SemiBold" panose="020F0502020204030204" pitchFamily="34" charset="0"/>
              </a:defRPr>
            </a:lvl1pPr>
          </a:lstStyle>
          <a:p>
            <a:pPr lvl="0"/>
            <a:r>
              <a:rPr lang="hu-HU"/>
              <a:t>Alcím helye</a:t>
            </a:r>
          </a:p>
        </p:txBody>
      </p:sp>
      <p:sp>
        <p:nvSpPr>
          <p:cNvPr id="4" name="Szöveg helye 20">
            <a:extLst>
              <a:ext uri="{FF2B5EF4-FFF2-40B4-BE49-F238E27FC236}">
                <a16:creationId xmlns:a16="http://schemas.microsoft.com/office/drawing/2014/main" id="{E3B4BF7A-C673-5138-305A-94B4EE4FE6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2738" y="2299855"/>
            <a:ext cx="10060815" cy="901700"/>
          </a:xfrm>
          <a:prstGeom prst="rect">
            <a:avLst/>
          </a:prstGeom>
          <a:noFill/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FontTx/>
              <a:buNone/>
              <a:defRPr sz="1250" b="0" i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 SemiBold" panose="020F0502020204030204" pitchFamily="34" charset="0"/>
              </a:defRPr>
            </a:lvl1pPr>
          </a:lstStyle>
          <a:p>
            <a:pPr lvl="0"/>
            <a:r>
              <a:rPr lang="hu-HU"/>
              <a:t>Folyószöveg...</a:t>
            </a:r>
          </a:p>
        </p:txBody>
      </p:sp>
      <p:sp>
        <p:nvSpPr>
          <p:cNvPr id="5" name="Szöveg helye 20">
            <a:extLst>
              <a:ext uri="{FF2B5EF4-FFF2-40B4-BE49-F238E27FC236}">
                <a16:creationId xmlns:a16="http://schemas.microsoft.com/office/drawing/2014/main" id="{D4E640BC-12B7-97E2-2C30-0CDFB2A68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810" y="3201555"/>
            <a:ext cx="10060815" cy="901700"/>
          </a:xfrm>
          <a:prstGeom prst="rect">
            <a:avLst/>
          </a:prstGeom>
          <a:noFill/>
        </p:spPr>
        <p:txBody>
          <a:bodyPr/>
          <a:lstStyle>
            <a:lvl1pPr marL="171450" indent="-171450" algn="just">
              <a:lnSpc>
                <a:spcPct val="150000"/>
              </a:lnSpc>
              <a:spcBef>
                <a:spcPts val="0"/>
              </a:spcBef>
              <a:buClr>
                <a:srgbClr val="4661E4"/>
              </a:buClr>
              <a:buFont typeface="Arial" panose="020B0604020202020204" pitchFamily="34" charset="0"/>
              <a:buChar char="•"/>
              <a:defRPr sz="1250" b="1" i="0">
                <a:solidFill>
                  <a:schemeClr val="tx1"/>
                </a:solidFill>
                <a:latin typeface="Source Sans Pro SemiBold" panose="020F0502020204030204" pitchFamily="34" charset="0"/>
                <a:ea typeface="Source Sans Pro" panose="020B0503030403020204" pitchFamily="34" charset="0"/>
                <a:cs typeface="Source Sans Pro SemiBold" panose="020F0502020204030204" pitchFamily="34" charset="0"/>
              </a:defRPr>
            </a:lvl1pPr>
          </a:lstStyle>
          <a:p>
            <a:pPr lvl="0"/>
            <a:r>
              <a:rPr lang="hu-HU"/>
              <a:t>Lista 01</a:t>
            </a:r>
          </a:p>
          <a:p>
            <a:pPr lvl="0"/>
            <a:r>
              <a:rPr lang="hu-HU"/>
              <a:t>Lista 02</a:t>
            </a:r>
          </a:p>
          <a:p>
            <a:pPr lvl="0"/>
            <a:r>
              <a:rPr lang="hu-HU"/>
              <a:t>Lista 03</a:t>
            </a:r>
          </a:p>
        </p:txBody>
      </p:sp>
    </p:spTree>
    <p:extLst>
      <p:ext uri="{BB962C8B-B14F-4D97-AF65-F5344CB8AC3E}">
        <p14:creationId xmlns:p14="http://schemas.microsoft.com/office/powerpoint/2010/main" val="41586007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ímd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zöveg helye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68325" y="1757998"/>
            <a:ext cx="5638800" cy="456881"/>
          </a:xfrm>
        </p:spPr>
        <p:txBody>
          <a:bodyPr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lvl1pPr>
          </a:lstStyle>
          <a:p>
            <a:pPr lvl="0">
              <a:defRPr/>
            </a:pPr>
            <a:r>
              <a:rPr lang="hu-HU"/>
              <a:t>&lt;név&gt;</a:t>
            </a:r>
            <a:endParaRPr/>
          </a:p>
        </p:txBody>
      </p:sp>
      <p:sp>
        <p:nvSpPr>
          <p:cNvPr id="8" name="Szövegdoboz 7"/>
          <p:cNvSpPr txBox="1"/>
          <p:nvPr userDrawn="1"/>
        </p:nvSpPr>
        <p:spPr bwMode="auto">
          <a:xfrm>
            <a:off x="568325" y="711200"/>
            <a:ext cx="6086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hu-HU" sz="3200">
                <a:solidFill>
                  <a:schemeClr val="bg1"/>
                </a:solidFill>
              </a:rPr>
              <a:t>Köszönöm megtisztelő figyelmüket!</a:t>
            </a:r>
            <a:endParaRPr/>
          </a:p>
        </p:txBody>
      </p:sp>
      <p:sp>
        <p:nvSpPr>
          <p:cNvPr id="9" name="Téglalap 8"/>
          <p:cNvSpPr/>
          <p:nvPr userDrawn="1"/>
        </p:nvSpPr>
        <p:spPr bwMode="auto">
          <a:xfrm>
            <a:off x="574318" y="4112081"/>
            <a:ext cx="58629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hu-HU" sz="2000" spc="-17">
                <a:solidFill>
                  <a:srgbClr val="FFFFFF"/>
                </a:solidFill>
                <a:latin typeface="Arial"/>
                <a:ea typeface="Arial"/>
                <a:cs typeface="Arial"/>
              </a:rPr>
              <a:t>🌐  </a:t>
            </a: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hpc.kifu.hu</a:t>
            </a:r>
            <a:b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      @HPC.CC.hu</a:t>
            </a:r>
            <a:endParaRPr lang="hu-HU" sz="2000"/>
          </a:p>
          <a:p>
            <a:pPr algn="l">
              <a:lnSpc>
                <a:spcPct val="100000"/>
              </a:lnSpc>
              <a:defRPr/>
            </a:pP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      @HPC_hu</a:t>
            </a:r>
            <a:endParaRPr lang="hu-HU" sz="2000"/>
          </a:p>
        </p:txBody>
      </p:sp>
      <p:pic>
        <p:nvPicPr>
          <p:cNvPr id="10" name="Kép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26331" y="4490937"/>
            <a:ext cx="257949" cy="257949"/>
          </a:xfrm>
          <a:prstGeom prst="rect">
            <a:avLst/>
          </a:prstGeom>
        </p:spPr>
      </p:pic>
      <p:pic>
        <p:nvPicPr>
          <p:cNvPr id="11" name="Kép 4"/>
          <p:cNvPicPr>
            <a:picLocks noChangeAspect="1"/>
          </p:cNvPicPr>
          <p:nvPr userDrawn="1"/>
        </p:nvPicPr>
        <p:blipFill>
          <a:blip r:embed="rId3">
            <a:biLevel thresh="50000"/>
          </a:blip>
          <a:stretch/>
        </p:blipFill>
        <p:spPr bwMode="auto">
          <a:xfrm>
            <a:off x="568325" y="4753781"/>
            <a:ext cx="373963" cy="373963"/>
          </a:xfrm>
          <a:prstGeom prst="rect">
            <a:avLst/>
          </a:prstGeom>
        </p:spPr>
      </p:pic>
      <p:sp>
        <p:nvSpPr>
          <p:cNvPr id="13" name="Tartalom helye 12"/>
          <p:cNvSpPr>
            <a:spLocks noGrp="1"/>
          </p:cNvSpPr>
          <p:nvPr>
            <p:ph sz="quarter" idx="11" hasCustomPrompt="1"/>
          </p:nvPr>
        </p:nvSpPr>
        <p:spPr bwMode="auto">
          <a:xfrm>
            <a:off x="568325" y="2408238"/>
            <a:ext cx="5040313" cy="446087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hu-HU"/>
              <a:t>&lt;titulus&gt;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6673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ímd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zöveg helye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68325" y="1757998"/>
            <a:ext cx="5638800" cy="456881"/>
          </a:xfrm>
        </p:spPr>
        <p:txBody>
          <a:bodyPr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lvl1pPr>
          </a:lstStyle>
          <a:p>
            <a:pPr lvl="0">
              <a:defRPr/>
            </a:pPr>
            <a:r>
              <a:rPr lang="hu-HU"/>
              <a:t>&lt;név&gt;</a:t>
            </a:r>
            <a:endParaRPr/>
          </a:p>
        </p:txBody>
      </p:sp>
      <p:sp>
        <p:nvSpPr>
          <p:cNvPr id="8" name="Szövegdoboz 7"/>
          <p:cNvSpPr txBox="1"/>
          <p:nvPr userDrawn="1"/>
        </p:nvSpPr>
        <p:spPr bwMode="auto">
          <a:xfrm>
            <a:off x="568325" y="711200"/>
            <a:ext cx="6086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hu-HU" sz="3200">
                <a:solidFill>
                  <a:schemeClr val="bg1"/>
                </a:solidFill>
              </a:rPr>
              <a:t>Köszönöm megtisztelő figyelmüket!</a:t>
            </a:r>
            <a:endParaRPr/>
          </a:p>
        </p:txBody>
      </p:sp>
      <p:sp>
        <p:nvSpPr>
          <p:cNvPr id="9" name="Téglalap 8"/>
          <p:cNvSpPr/>
          <p:nvPr userDrawn="1"/>
        </p:nvSpPr>
        <p:spPr bwMode="auto">
          <a:xfrm>
            <a:off x="574318" y="4112081"/>
            <a:ext cx="58629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hu-HU" sz="2000" spc="-17">
                <a:solidFill>
                  <a:srgbClr val="FFFFFF"/>
                </a:solidFill>
                <a:latin typeface="Arial"/>
                <a:ea typeface="Arial"/>
                <a:cs typeface="Arial"/>
              </a:rPr>
              <a:t>🌐  </a:t>
            </a: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hpc.kifu.hu</a:t>
            </a:r>
            <a:b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      @HPC.CC.hu</a:t>
            </a:r>
            <a:endParaRPr lang="hu-HU" sz="2000"/>
          </a:p>
          <a:p>
            <a:pPr algn="l">
              <a:lnSpc>
                <a:spcPct val="100000"/>
              </a:lnSpc>
              <a:defRPr/>
            </a:pPr>
            <a:r>
              <a:rPr lang="hu-HU" sz="2000" b="1" spc="4">
                <a:solidFill>
                  <a:schemeClr val="bg1"/>
                </a:solidFill>
                <a:latin typeface="Calibri"/>
                <a:cs typeface="Calibri"/>
              </a:rPr>
              <a:t>      @HPC_hu</a:t>
            </a:r>
            <a:endParaRPr lang="hu-HU" sz="2000"/>
          </a:p>
        </p:txBody>
      </p:sp>
      <p:pic>
        <p:nvPicPr>
          <p:cNvPr id="10" name="Kép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26331" y="4490937"/>
            <a:ext cx="257949" cy="257949"/>
          </a:xfrm>
          <a:prstGeom prst="rect">
            <a:avLst/>
          </a:prstGeom>
        </p:spPr>
      </p:pic>
      <p:pic>
        <p:nvPicPr>
          <p:cNvPr id="11" name="Kép 4"/>
          <p:cNvPicPr>
            <a:picLocks noChangeAspect="1"/>
          </p:cNvPicPr>
          <p:nvPr userDrawn="1"/>
        </p:nvPicPr>
        <p:blipFill>
          <a:blip r:embed="rId3">
            <a:biLevel thresh="50000"/>
          </a:blip>
          <a:stretch/>
        </p:blipFill>
        <p:spPr bwMode="auto">
          <a:xfrm>
            <a:off x="568325" y="4753781"/>
            <a:ext cx="373963" cy="373963"/>
          </a:xfrm>
          <a:prstGeom prst="rect">
            <a:avLst/>
          </a:prstGeom>
        </p:spPr>
      </p:pic>
      <p:sp>
        <p:nvSpPr>
          <p:cNvPr id="13" name="Tartalom helye 12"/>
          <p:cNvSpPr>
            <a:spLocks noGrp="1"/>
          </p:cNvSpPr>
          <p:nvPr>
            <p:ph sz="quarter" idx="11" hasCustomPrompt="1"/>
          </p:nvPr>
        </p:nvSpPr>
        <p:spPr bwMode="auto">
          <a:xfrm>
            <a:off x="568325" y="2408238"/>
            <a:ext cx="5040313" cy="446087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hu-HU"/>
              <a:t>&lt;titulus&gt;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28676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Címd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zöveg helye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68325" y="4176078"/>
            <a:ext cx="5638800" cy="456881"/>
          </a:xfrm>
        </p:spPr>
        <p:txBody>
          <a:bodyPr>
            <a:norm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/>
            </a:lvl1pPr>
          </a:lstStyle>
          <a:p>
            <a:pPr lvl="0">
              <a:defRPr/>
            </a:pPr>
            <a:r>
              <a:rPr lang="hu-HU"/>
              <a:t>&lt;név&gt;</a:t>
            </a:r>
            <a:endParaRPr/>
          </a:p>
        </p:txBody>
      </p:sp>
      <p:sp>
        <p:nvSpPr>
          <p:cNvPr id="13" name="Tartalom helye 12"/>
          <p:cNvSpPr>
            <a:spLocks noGrp="1"/>
          </p:cNvSpPr>
          <p:nvPr>
            <p:ph sz="quarter" idx="11" hasCustomPrompt="1"/>
          </p:nvPr>
        </p:nvSpPr>
        <p:spPr bwMode="auto">
          <a:xfrm>
            <a:off x="577849" y="4745038"/>
            <a:ext cx="5040313" cy="44608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>
              <a:defRPr/>
            </a:pPr>
            <a:r>
              <a:rPr lang="hu-HU"/>
              <a:t>&lt;titulus&gt;</a:t>
            </a:r>
            <a:endParaRPr/>
          </a:p>
        </p:txBody>
      </p:sp>
      <p:sp>
        <p:nvSpPr>
          <p:cNvPr id="3" name="Szöveg helye 2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77849" y="782638"/>
            <a:ext cx="6473825" cy="7312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>
              <a:defRPr/>
            </a:pPr>
            <a:r>
              <a:rPr lang="hu-HU"/>
              <a:t>&lt;előadás címe&gt;</a:t>
            </a:r>
            <a:endParaRPr/>
          </a:p>
        </p:txBody>
      </p:sp>
      <p:sp>
        <p:nvSpPr>
          <p:cNvPr id="12" name="Szöveg helye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8325" y="1971358"/>
            <a:ext cx="6473825" cy="73120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lvl="0">
              <a:defRPr/>
            </a:pPr>
            <a:r>
              <a:rPr lang="hu-HU"/>
              <a:t>&lt;előadás alcíme&gt;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301530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3_Címd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hu-HU"/>
              <a:t>Mintacím szerkesztése</a:t>
            </a:r>
            <a:endParaRPr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hu-HU"/>
              <a:t>Kattintson ide az alcím mintájának szerkesztéséhez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527472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Elrendezés 13">
    <p:bg>
      <p:bgPr>
        <a:blipFill>
          <a:blip r:embed="rId2">
            <a:alphaModFix amt="73000"/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99259" y="6269581"/>
            <a:ext cx="843162" cy="5022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Cím 1"/>
          <p:cNvSpPr>
            <a:spLocks noGrp="1"/>
          </p:cNvSpPr>
          <p:nvPr>
            <p:ph type="ctrTitle"/>
          </p:nvPr>
        </p:nvSpPr>
        <p:spPr bwMode="auto">
          <a:xfrm>
            <a:off x="199259" y="172375"/>
            <a:ext cx="11783384" cy="911117"/>
          </a:xfrm>
          <a:prstGeom prst="rect">
            <a:avLst/>
          </a:prstGeom>
          <a:effectLst>
            <a:outerShdw blurRad="304800" dist="88900" dir="2700000" algn="ctr" rotWithShape="0">
              <a:schemeClr val="bg1">
                <a:alpha val="67000"/>
              </a:schemeClr>
            </a:outerShdw>
          </a:effectLst>
        </p:spPr>
        <p:txBody>
          <a:bodyPr anchor="ctr">
            <a:normAutofit/>
          </a:bodyPr>
          <a:lstStyle>
            <a:lvl1pPr algn="ctr">
              <a:defRPr sz="4650" b="1">
                <a:solidFill>
                  <a:srgbClr val="4279BC"/>
                </a:solidFill>
                <a:latin typeface="Calibri"/>
              </a:defRPr>
            </a:lvl1pPr>
          </a:lstStyle>
          <a:p>
            <a:pPr>
              <a:defRPr/>
            </a:pPr>
            <a:r>
              <a:rPr lang="hu-HU"/>
              <a:t>Mintacím szerkesztése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78950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Ür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3DC1C80-78BA-4A62-82B6-BF2E5123ABCA}" type="datetimeFigureOut">
              <a:rPr lang="hu-HU"/>
              <a:t>2026. 02. 02.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A3BC61B-5888-4B29-8EEF-8DC1C45594BA}" type="slidenum">
              <a:rPr lang="hu-HU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271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2816C-7387-43A0-B8AB-E2DCAC650E8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6EF3A-204C-4159-AA68-F81422EF7E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89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8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Cím 1"/>
          <p:cNvSpPr txBox="1"/>
          <p:nvPr userDrawn="1"/>
        </p:nvSpPr>
        <p:spPr bwMode="auto">
          <a:xfrm>
            <a:off x="619760" y="233680"/>
            <a:ext cx="5923280" cy="1315404"/>
          </a:xfrm>
          <a:prstGeom prst="rect">
            <a:avLst/>
          </a:prstGeom>
        </p:spPr>
        <p:txBody>
          <a:bodyPr anchor="b"/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hu-HU" sz="4800">
              <a:solidFill>
                <a:schemeClr val="bg1"/>
              </a:solidFill>
            </a:endParaRPr>
          </a:p>
        </p:txBody>
      </p:sp>
      <p:sp>
        <p:nvSpPr>
          <p:cNvPr id="8" name="Alcím 2"/>
          <p:cNvSpPr txBox="1"/>
          <p:nvPr userDrawn="1"/>
        </p:nvSpPr>
        <p:spPr bwMode="auto">
          <a:xfrm>
            <a:off x="619760" y="1727201"/>
            <a:ext cx="5801360" cy="457199"/>
          </a:xfrm>
          <a:prstGeom prst="rect">
            <a:avLst/>
          </a:prstGeom>
        </p:spPr>
        <p:txBody>
          <a:bodyPr/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hu-HU">
                <a:solidFill>
                  <a:schemeClr val="bg1"/>
                </a:solidFill>
              </a:rPr>
              <a:t> </a:t>
            </a:r>
            <a:endParaRPr/>
          </a:p>
        </p:txBody>
      </p:sp>
      <p:sp>
        <p:nvSpPr>
          <p:cNvPr id="10" name="Cím 1"/>
          <p:cNvSpPr txBox="1"/>
          <p:nvPr userDrawn="1"/>
        </p:nvSpPr>
        <p:spPr bwMode="auto">
          <a:xfrm>
            <a:off x="619760" y="375921"/>
            <a:ext cx="6553200" cy="1229360"/>
          </a:xfrm>
          <a:prstGeom prst="rect">
            <a:avLst/>
          </a:prstGeom>
        </p:spPr>
        <p:txBody>
          <a:bodyPr anchor="b"/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endParaRPr lang="hu-HU"/>
          </a:p>
        </p:txBody>
      </p:sp>
      <p:sp>
        <p:nvSpPr>
          <p:cNvPr id="11" name="Alcím 2"/>
          <p:cNvSpPr txBox="1"/>
          <p:nvPr userDrawn="1"/>
        </p:nvSpPr>
        <p:spPr bwMode="auto">
          <a:xfrm>
            <a:off x="619760" y="1844358"/>
            <a:ext cx="4257040" cy="726122"/>
          </a:xfrm>
          <a:prstGeom prst="rect">
            <a:avLst/>
          </a:prstGeom>
        </p:spPr>
        <p:txBody>
          <a:bodyPr/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endParaRPr lang="hu-HU"/>
          </a:p>
        </p:txBody>
      </p:sp>
      <p:sp>
        <p:nvSpPr>
          <p:cNvPr id="12" name="Alcím 2"/>
          <p:cNvSpPr txBox="1"/>
          <p:nvPr userDrawn="1"/>
        </p:nvSpPr>
        <p:spPr bwMode="auto">
          <a:xfrm>
            <a:off x="629920" y="3419158"/>
            <a:ext cx="4257040" cy="726122"/>
          </a:xfrm>
          <a:prstGeom prst="rect">
            <a:avLst/>
          </a:prstGeom>
        </p:spPr>
        <p:txBody>
          <a:bodyPr/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endParaRPr lang="hu-HU"/>
          </a:p>
        </p:txBody>
      </p:sp>
      <p:sp>
        <p:nvSpPr>
          <p:cNvPr id="13" name="Cím helye 12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hu-HU"/>
              <a:t>Mintacím szerkesztése</a:t>
            </a:r>
            <a:endParaRPr/>
          </a:p>
        </p:txBody>
      </p:sp>
      <p:sp>
        <p:nvSpPr>
          <p:cNvPr id="14" name="Szöveg helye 13"/>
          <p:cNvSpPr>
            <a:spLocks noGrp="1"/>
          </p:cNvSpPr>
          <p:nvPr>
            <p:ph type="body" idx="1"/>
          </p:nvPr>
        </p:nvSpPr>
        <p:spPr bwMode="auto">
          <a:xfrm>
            <a:off x="838200" y="3891279"/>
            <a:ext cx="10515600" cy="111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hu-HU"/>
              <a:t>&lt;név&gt; </a:t>
            </a:r>
            <a:endParaRPr/>
          </a:p>
          <a:p>
            <a:pPr lvl="0">
              <a:defRPr/>
            </a:pPr>
            <a:r>
              <a:rPr lang="hu-HU"/>
              <a:t>&lt;titulus&gt;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425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7" r:id="rId5"/>
    <p:sldLayoutId id="2147483681" r:id="rId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Cím 1"/>
          <p:cNvSpPr txBox="1"/>
          <p:nvPr userDrawn="1"/>
        </p:nvSpPr>
        <p:spPr bwMode="auto">
          <a:xfrm>
            <a:off x="619760" y="233680"/>
            <a:ext cx="5923280" cy="1315404"/>
          </a:xfrm>
          <a:prstGeom prst="rect">
            <a:avLst/>
          </a:prstGeom>
        </p:spPr>
        <p:txBody>
          <a:bodyPr anchor="b"/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hu-HU" sz="4800">
              <a:solidFill>
                <a:schemeClr val="bg1"/>
              </a:solidFill>
            </a:endParaRPr>
          </a:p>
        </p:txBody>
      </p:sp>
      <p:sp>
        <p:nvSpPr>
          <p:cNvPr id="8" name="Alcím 2"/>
          <p:cNvSpPr txBox="1"/>
          <p:nvPr userDrawn="1"/>
        </p:nvSpPr>
        <p:spPr bwMode="auto">
          <a:xfrm>
            <a:off x="619760" y="1727201"/>
            <a:ext cx="5801360" cy="457199"/>
          </a:xfrm>
          <a:prstGeom prst="rect">
            <a:avLst/>
          </a:prstGeom>
        </p:spPr>
        <p:txBody>
          <a:bodyPr/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hu-HU">
                <a:solidFill>
                  <a:schemeClr val="bg1"/>
                </a:solidFill>
              </a:rPr>
              <a:t> </a:t>
            </a:r>
            <a:endParaRPr/>
          </a:p>
        </p:txBody>
      </p:sp>
      <p:sp>
        <p:nvSpPr>
          <p:cNvPr id="10" name="Cím 1"/>
          <p:cNvSpPr txBox="1"/>
          <p:nvPr userDrawn="1"/>
        </p:nvSpPr>
        <p:spPr bwMode="auto">
          <a:xfrm>
            <a:off x="619760" y="375921"/>
            <a:ext cx="6553200" cy="1229360"/>
          </a:xfrm>
          <a:prstGeom prst="rect">
            <a:avLst/>
          </a:prstGeom>
        </p:spPr>
        <p:txBody>
          <a:bodyPr anchor="b"/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endParaRPr lang="hu-HU"/>
          </a:p>
        </p:txBody>
      </p:sp>
      <p:sp>
        <p:nvSpPr>
          <p:cNvPr id="11" name="Alcím 2"/>
          <p:cNvSpPr txBox="1"/>
          <p:nvPr userDrawn="1"/>
        </p:nvSpPr>
        <p:spPr bwMode="auto">
          <a:xfrm>
            <a:off x="619760" y="1844358"/>
            <a:ext cx="4257040" cy="726122"/>
          </a:xfrm>
          <a:prstGeom prst="rect">
            <a:avLst/>
          </a:prstGeom>
        </p:spPr>
        <p:txBody>
          <a:bodyPr/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endParaRPr lang="hu-HU"/>
          </a:p>
        </p:txBody>
      </p:sp>
      <p:sp>
        <p:nvSpPr>
          <p:cNvPr id="12" name="Alcím 2"/>
          <p:cNvSpPr txBox="1"/>
          <p:nvPr userDrawn="1"/>
        </p:nvSpPr>
        <p:spPr bwMode="auto">
          <a:xfrm>
            <a:off x="629920" y="3419158"/>
            <a:ext cx="4257040" cy="726122"/>
          </a:xfrm>
          <a:prstGeom prst="rect">
            <a:avLst/>
          </a:prstGeom>
        </p:spPr>
        <p:txBody>
          <a:bodyPr/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endParaRPr lang="hu-HU"/>
          </a:p>
        </p:txBody>
      </p:sp>
      <p:sp>
        <p:nvSpPr>
          <p:cNvPr id="13" name="Cím helye 12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hu-HU"/>
              <a:t>Mintacím szerkesztése</a:t>
            </a:r>
            <a:endParaRPr/>
          </a:p>
        </p:txBody>
      </p:sp>
      <p:sp>
        <p:nvSpPr>
          <p:cNvPr id="14" name="Szöveg helye 13"/>
          <p:cNvSpPr>
            <a:spLocks noGrp="1"/>
          </p:cNvSpPr>
          <p:nvPr>
            <p:ph type="body" idx="1"/>
          </p:nvPr>
        </p:nvSpPr>
        <p:spPr bwMode="auto">
          <a:xfrm>
            <a:off x="838200" y="3891279"/>
            <a:ext cx="10515600" cy="111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hu-HU"/>
              <a:t>&lt;név&gt; </a:t>
            </a:r>
            <a:endParaRPr/>
          </a:p>
          <a:p>
            <a:pPr lvl="0">
              <a:defRPr/>
            </a:pPr>
            <a:r>
              <a:rPr lang="hu-HU"/>
              <a:t>&lt;titulus&gt;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7711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7" r:id="rId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blog/llama31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docs/stable/rpc.html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blog/introducing-gpipe-an-open-source-library-for-efficiently-training-large-scale-neural-network-models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lightning.ai/docs/pytorch/stable/advanced/model_parallel/tp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A24801C4-CFDB-61AD-A199-B0BF5F3DA9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91742" y="2771053"/>
            <a:ext cx="6304571" cy="863687"/>
          </a:xfrm>
        </p:spPr>
        <p:txBody>
          <a:bodyPr>
            <a:normAutofit fontScale="925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Model parallelism with </a:t>
            </a:r>
            <a:r>
              <a:rPr lang="en-US" sz="3600" dirty="0" err="1">
                <a:solidFill>
                  <a:schemeClr val="tx1"/>
                </a:solidFill>
              </a:rPr>
              <a:t>Pytorch</a:t>
            </a:r>
            <a:endParaRPr lang="hu-HU" sz="3600" dirty="0">
              <a:solidFill>
                <a:schemeClr val="tx1"/>
              </a:solidFill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765A81-C6EE-5EC9-7A70-9B8CB5E166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88693" y="3871600"/>
            <a:ext cx="6057900" cy="863687"/>
          </a:xfrm>
        </p:spPr>
        <p:txBody>
          <a:bodyPr vert="horz" lIns="45720" tIns="22860" rIns="45720" bIns="22860" rtlCol="0" anchor="t">
            <a:normAutofit fontScale="92500"/>
          </a:bodyPr>
          <a:lstStyle/>
          <a:p>
            <a:r>
              <a:rPr lang="en-GB" sz="2400" b="1" dirty="0">
                <a:solidFill>
                  <a:schemeClr val="tx1"/>
                </a:solidFill>
              </a:rPr>
              <a:t>Gyula Ujlaki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DKF Kft., NCC Hungary – HPC Scientific expert</a:t>
            </a:r>
            <a:endParaRPr lang="hu-HU" sz="2400" b="1" dirty="0">
              <a:solidFill>
                <a:schemeClr val="tx1"/>
              </a:solidFill>
            </a:endParaRPr>
          </a:p>
          <a:p>
            <a:endParaRPr lang="hu-HU" dirty="0">
              <a:solidFill>
                <a:schemeClr val="tx1"/>
              </a:solidFill>
              <a:latin typeface="Source Sans Pro"/>
              <a:ea typeface="Source Sans Pro"/>
              <a:cs typeface="Poppins SemiBold"/>
            </a:endParaRPr>
          </a:p>
        </p:txBody>
      </p:sp>
      <p:pic>
        <p:nvPicPr>
          <p:cNvPr id="4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0DFE4EEB-0A29-7423-5851-0783F3BB15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921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36613217-A666-6AAD-CC0A-EF06C75AB4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12192002" cy="6556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 cases for model parallelism</a:t>
            </a:r>
          </a:p>
        </p:txBody>
      </p:sp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F0DDEF22-7610-7E9B-EB0D-8D7AF4ED3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E34C050B-E7C7-9CE7-47D5-87C24C120A00}"/>
              </a:ext>
            </a:extLst>
          </p:cNvPr>
          <p:cNvSpPr txBox="1"/>
          <p:nvPr/>
        </p:nvSpPr>
        <p:spPr>
          <a:xfrm>
            <a:off x="129396" y="531798"/>
            <a:ext cx="5840083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Calculating model memory requirements:</a:t>
            </a:r>
          </a:p>
          <a:p>
            <a:r>
              <a:rPr lang="en-US" sz="1500" dirty="0"/>
              <a:t>	Inference: </a:t>
            </a:r>
          </a:p>
          <a:p>
            <a:r>
              <a:rPr lang="en-US" sz="1500" dirty="0"/>
              <a:t>		</a:t>
            </a:r>
            <a:r>
              <a:rPr lang="en-US" sz="1500" dirty="0" err="1"/>
              <a:t>num_para</a:t>
            </a:r>
            <a:r>
              <a:rPr lang="en-US" sz="1500" dirty="0"/>
              <a:t> * precision / 8bit = </a:t>
            </a:r>
            <a:r>
              <a:rPr lang="en-US" sz="1500" dirty="0" err="1"/>
              <a:t>mem_req</a:t>
            </a:r>
            <a:endParaRPr lang="en-US" sz="1500" dirty="0"/>
          </a:p>
          <a:p>
            <a:r>
              <a:rPr lang="en-US" sz="1500" dirty="0"/>
              <a:t>		</a:t>
            </a:r>
            <a:r>
              <a:rPr lang="en-US" sz="1500" dirty="0" err="1"/>
              <a:t>mem_req</a:t>
            </a:r>
            <a:r>
              <a:rPr lang="en-US" sz="1500" dirty="0"/>
              <a:t> * 1.2 = </a:t>
            </a:r>
            <a:r>
              <a:rPr lang="en-US" sz="1500" dirty="0" err="1"/>
              <a:t>inference_mem_req</a:t>
            </a:r>
            <a:endParaRPr lang="en-US" sz="1500" dirty="0"/>
          </a:p>
          <a:p>
            <a:r>
              <a:rPr lang="en-US" sz="1500" dirty="0"/>
              <a:t>	Training:</a:t>
            </a:r>
          </a:p>
          <a:p>
            <a:r>
              <a:rPr lang="en-US" sz="1500" dirty="0"/>
              <a:t>		</a:t>
            </a:r>
            <a:r>
              <a:rPr lang="en-US" sz="1500" dirty="0" err="1"/>
              <a:t>optim_states</a:t>
            </a:r>
            <a:r>
              <a:rPr lang="en-US" sz="1500" dirty="0"/>
              <a:t> </a:t>
            </a:r>
            <a:r>
              <a:rPr lang="en-US" sz="1500" baseline="-25000" dirty="0" err="1"/>
              <a:t>AdamW</a:t>
            </a:r>
            <a:r>
              <a:rPr lang="en-US" sz="1500" dirty="0"/>
              <a:t> = 4xmem_req</a:t>
            </a:r>
          </a:p>
          <a:p>
            <a:r>
              <a:rPr lang="en-US" sz="1500" dirty="0"/>
              <a:t>		</a:t>
            </a:r>
            <a:r>
              <a:rPr lang="en-US" sz="1500" dirty="0" err="1"/>
              <a:t>optim_states</a:t>
            </a:r>
            <a:r>
              <a:rPr lang="en-US" sz="1500" dirty="0"/>
              <a:t> </a:t>
            </a:r>
            <a:r>
              <a:rPr lang="en-US" sz="1500" baseline="-25000" dirty="0"/>
              <a:t>SGD</a:t>
            </a:r>
            <a:r>
              <a:rPr lang="en-US" sz="1500" dirty="0"/>
              <a:t> = 1.5x </a:t>
            </a:r>
            <a:r>
              <a:rPr lang="en-US" sz="1500" dirty="0" err="1"/>
              <a:t>mem_req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/>
              <a:t>		gradients = </a:t>
            </a:r>
            <a:r>
              <a:rPr lang="en-US" sz="1500" dirty="0" err="1"/>
              <a:t>mem_req</a:t>
            </a:r>
            <a:r>
              <a:rPr lang="en-US" sz="1500" dirty="0"/>
              <a:t> </a:t>
            </a:r>
          </a:p>
          <a:p>
            <a:endParaRPr lang="en-US" sz="1500" dirty="0"/>
          </a:p>
          <a:p>
            <a:r>
              <a:rPr lang="en-US" sz="1500" dirty="0"/>
              <a:t>		activations = </a:t>
            </a:r>
            <a:r>
              <a:rPr lang="en-US" sz="1500" dirty="0" err="1"/>
              <a:t>sbhL</a:t>
            </a:r>
            <a:endParaRPr lang="en-US" sz="1500" dirty="0"/>
          </a:p>
          <a:p>
            <a:r>
              <a:rPr lang="en-US" sz="1500" dirty="0"/>
              <a:t>		activations = </a:t>
            </a:r>
            <a:r>
              <a:rPr lang="en-US" sz="1500" dirty="0" err="1"/>
              <a:t>sbhL</a:t>
            </a:r>
            <a:r>
              <a:rPr lang="en-US" sz="1500" dirty="0"/>
              <a:t>(10 + 24/t)</a:t>
            </a:r>
          </a:p>
          <a:p>
            <a:r>
              <a:rPr lang="en-US" sz="1500" dirty="0"/>
              <a:t>		activations = </a:t>
            </a:r>
            <a:r>
              <a:rPr lang="en-US" sz="1500" dirty="0" err="1"/>
              <a:t>sbhL</a:t>
            </a:r>
            <a:r>
              <a:rPr lang="en-US" sz="1500" dirty="0"/>
              <a:t>(10 + 24/t + (5a*s)/h*t)</a:t>
            </a:r>
          </a:p>
          <a:p>
            <a:r>
              <a:rPr lang="en-US" sz="1500" dirty="0"/>
              <a:t>s – sequence length in tokens</a:t>
            </a:r>
          </a:p>
          <a:p>
            <a:r>
              <a:rPr lang="en-US" sz="1500" dirty="0"/>
              <a:t>b – batch size per GPU</a:t>
            </a:r>
          </a:p>
          <a:p>
            <a:r>
              <a:rPr lang="en-US" sz="1500" dirty="0"/>
              <a:t>h – dimension of the hidden size within each transformer layer</a:t>
            </a:r>
          </a:p>
          <a:p>
            <a:r>
              <a:rPr lang="en-US" sz="1500" dirty="0"/>
              <a:t>L – the number of layers in the transformer model</a:t>
            </a:r>
          </a:p>
          <a:p>
            <a:r>
              <a:rPr lang="en-US" sz="1500" dirty="0"/>
              <a:t>a – the number of attention heads in the transformer model</a:t>
            </a:r>
          </a:p>
          <a:p>
            <a:r>
              <a:rPr lang="en-US" sz="1500" dirty="0"/>
              <a:t>t – degree of tensor parallelism being used (1 if not)</a:t>
            </a:r>
          </a:p>
          <a:p>
            <a:r>
              <a:rPr lang="en-US" sz="1500" dirty="0"/>
              <a:t>No sequence parallelism being used</a:t>
            </a:r>
          </a:p>
          <a:p>
            <a:r>
              <a:rPr lang="en-US" sz="1500" dirty="0"/>
              <a:t>No activations stored in fp16</a:t>
            </a:r>
          </a:p>
          <a:p>
            <a:endParaRPr lang="en-US" sz="1500" dirty="0"/>
          </a:p>
          <a:p>
            <a:r>
              <a:rPr lang="en-US" sz="1500" dirty="0"/>
              <a:t>Source: https://blog.eleuther.ai/transformer-math/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71D7231-269B-F58F-F755-B5115A6BFA5A}"/>
              </a:ext>
            </a:extLst>
          </p:cNvPr>
          <p:cNvSpPr txBox="1"/>
          <p:nvPr/>
        </p:nvSpPr>
        <p:spPr>
          <a:xfrm>
            <a:off x="5969479" y="531798"/>
            <a:ext cx="58400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Training memory requirements of Llama 70B + </a:t>
            </a:r>
            <a:r>
              <a:rPr lang="en-US" sz="1500" dirty="0" err="1"/>
              <a:t>AdamW</a:t>
            </a:r>
            <a:r>
              <a:rPr lang="en-US" sz="1500" dirty="0"/>
              <a:t> optimizer, without calculating sequence lengths, batch size, etc.:</a:t>
            </a:r>
          </a:p>
          <a:p>
            <a:endParaRPr lang="en-US" sz="1500" dirty="0"/>
          </a:p>
          <a:p>
            <a:r>
              <a:rPr lang="en-US" sz="1500" dirty="0"/>
              <a:t>~70 * 10^9 parameters, fp16 precision</a:t>
            </a:r>
          </a:p>
          <a:p>
            <a:endParaRPr lang="en-US" sz="1500" dirty="0"/>
          </a:p>
          <a:p>
            <a:r>
              <a:rPr lang="en-US" sz="1500" dirty="0"/>
              <a:t>70 * 10^9 *2 (bytes) = 140 * 10^9 (model memory requirements)</a:t>
            </a:r>
          </a:p>
          <a:p>
            <a:r>
              <a:rPr lang="en-US" sz="1500" dirty="0"/>
              <a:t>140 * 10^9 * 4 (bytes) = 560 * 10^9 (with </a:t>
            </a:r>
            <a:r>
              <a:rPr lang="en-US" sz="1500" dirty="0" err="1"/>
              <a:t>AdamW</a:t>
            </a:r>
            <a:r>
              <a:rPr lang="en-US" sz="1500" dirty="0"/>
              <a:t> optimizer states)</a:t>
            </a:r>
          </a:p>
          <a:p>
            <a:r>
              <a:rPr lang="en-US" sz="1500" dirty="0"/>
              <a:t>560 * 10^9 + 140 * 10^9 = 700 * 10^9 bytes (with gradients)</a:t>
            </a:r>
          </a:p>
          <a:p>
            <a:endParaRPr lang="en-US" sz="1500" dirty="0"/>
          </a:p>
          <a:p>
            <a:r>
              <a:rPr lang="en-US" sz="1500" dirty="0"/>
              <a:t>Activation size depends on a lot of factors, thus we will not approximate this size. Even without that:</a:t>
            </a:r>
          </a:p>
          <a:p>
            <a:endParaRPr lang="en-US" sz="1500" dirty="0"/>
          </a:p>
          <a:p>
            <a:r>
              <a:rPr lang="en-US" sz="1500" dirty="0"/>
              <a:t>700 / 1024^3 = 652 GB (memory requirements) * 1.2 (for overhead)</a:t>
            </a:r>
          </a:p>
          <a:p>
            <a:endParaRPr lang="en-US" sz="1500" dirty="0"/>
          </a:p>
          <a:p>
            <a:r>
              <a:rPr lang="en-US" sz="1500" dirty="0"/>
              <a:t>Officially 500 GB: </a:t>
            </a:r>
            <a:r>
              <a:rPr lang="en-US" sz="1500" dirty="0">
                <a:hlinkClick r:id="rId3"/>
              </a:rPr>
              <a:t>https://huggingface.co/blog/llama31</a:t>
            </a:r>
            <a:endParaRPr lang="en-US" sz="1500" dirty="0"/>
          </a:p>
          <a:p>
            <a:r>
              <a:rPr lang="en-US" sz="1500" dirty="0"/>
              <a:t>Depends on specific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344298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1B9DD-B87D-B04A-B7DA-9E5E3D80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61F1338F-A67D-B1E2-00D4-7D95AD34C1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 helye 1">
            <a:extLst>
              <a:ext uri="{FF2B5EF4-FFF2-40B4-BE49-F238E27FC236}">
                <a16:creationId xmlns:a16="http://schemas.microsoft.com/office/drawing/2014/main" id="{7C80CCB5-4E4B-3F8C-1AD5-4E3D157A05A1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92002" cy="655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000" b="1" i="0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Poppins ExtraBold" panose="00000900000000000000" pitchFamily="2" charset="-18"/>
              </a:defRPr>
            </a:lvl1pPr>
            <a:lvl2pPr marL="45709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9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9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8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>
                <a:solidFill>
                  <a:schemeClr val="tx1"/>
                </a:solidFill>
              </a:rPr>
              <a:t>Pytorch</a:t>
            </a:r>
            <a:r>
              <a:rPr lang="en-US" dirty="0">
                <a:solidFill>
                  <a:schemeClr val="tx1"/>
                </a:solidFill>
              </a:rPr>
              <a:t> - Layer-wise model parallelism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E06A091-50C0-E932-AC6D-6949C9818A31}"/>
              </a:ext>
            </a:extLst>
          </p:cNvPr>
          <p:cNvSpPr txBox="1"/>
          <p:nvPr/>
        </p:nvSpPr>
        <p:spPr>
          <a:xfrm>
            <a:off x="267419" y="500333"/>
            <a:ext cx="115895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dirty="0"/>
              <a:t>If only 1 GPU is available: CPU offloading, a few layers run on CPU</a:t>
            </a:r>
          </a:p>
          <a:p>
            <a:pPr marL="342900" indent="-342900">
              <a:buAutoNum type="alphaLcPeriod"/>
            </a:pPr>
            <a:r>
              <a:rPr lang="en-US" dirty="0"/>
              <a:t>If at least 2 GPU available: divide layers evenly between the two GPUs.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Only 1 model, running on multiple devices, increasing/multiplying the memory available for the model!</a:t>
            </a:r>
          </a:p>
          <a:p>
            <a:r>
              <a:rPr lang="en-US" dirty="0"/>
              <a:t>Slower than 1 GPU, because of the communication overhead between GPUs.</a:t>
            </a:r>
          </a:p>
          <a:p>
            <a:endParaRPr lang="en-US" dirty="0"/>
          </a:p>
          <a:p>
            <a:r>
              <a:rPr lang="en-US" dirty="0"/>
              <a:t>Model can be distributed even among nodes as well, with Remote Procedure Calls: </a:t>
            </a:r>
            <a:r>
              <a:rPr lang="en-US" dirty="0">
                <a:hlinkClick r:id="rId3"/>
              </a:rPr>
              <a:t>https://docs.pytorch.org/docs/stable/rpc.html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Cases when implementing an LWMP strategy is useful:</a:t>
            </a:r>
          </a:p>
          <a:p>
            <a:pPr marL="342900" indent="-342900">
              <a:buAutoNum type="alphaLcPeriod"/>
            </a:pPr>
            <a:r>
              <a:rPr lang="en-US" dirty="0"/>
              <a:t>Model size is slightly larger than GPU memory.</a:t>
            </a:r>
          </a:p>
          <a:p>
            <a:pPr marL="342900" indent="-342900">
              <a:buAutoNum type="alphaLcPeriod"/>
            </a:pPr>
            <a:r>
              <a:rPr lang="en-US" dirty="0"/>
              <a:t>If pipeline parallel logic implemented – no exercise for this part, as this is significantly more difficult to implement, than LWMP</a:t>
            </a:r>
          </a:p>
          <a:p>
            <a:pPr marL="342900" indent="-342900">
              <a:buAutoNum type="alphaLcPeriod"/>
            </a:pPr>
            <a:r>
              <a:rPr lang="en-US" dirty="0"/>
              <a:t>Large language models cannot fit into a single GPU, and e.g. Tensor Parallelism also used for in-layer distribution.</a:t>
            </a:r>
          </a:p>
          <a:p>
            <a:pPr marL="342900" indent="-342900">
              <a:buAutoNum type="alphaLcPeriod"/>
            </a:pPr>
            <a:endParaRPr lang="en-US" dirty="0"/>
          </a:p>
          <a:p>
            <a:r>
              <a:rPr lang="en-US" dirty="0"/>
              <a:t>LWMP can be combined with other parallelism techniques as well:</a:t>
            </a:r>
          </a:p>
          <a:p>
            <a:pPr marL="285750" indent="-285750">
              <a:buFontTx/>
              <a:buChar char="-"/>
            </a:pPr>
            <a:r>
              <a:rPr lang="en-US" dirty="0"/>
              <a:t>Distributed Data Parallel – DDP </a:t>
            </a:r>
            <a:r>
              <a:rPr lang="en-US" dirty="0">
                <a:sym typeface="Wingdings" panose="05000000000000000000" pitchFamily="2" charset="2"/>
              </a:rPr>
              <a:t> inefficiency upscaled</a:t>
            </a:r>
          </a:p>
          <a:p>
            <a:pPr marL="285750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Pipeline parallelism</a:t>
            </a:r>
          </a:p>
          <a:p>
            <a:r>
              <a:rPr lang="en-US" dirty="0">
                <a:sym typeface="Wingdings" panose="05000000000000000000" pitchFamily="2" charset="2"/>
              </a:rPr>
              <a:t>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78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E9354-A744-B96C-51FB-BCC320761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3006B071-43D5-0D77-1625-6671204954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12192002" cy="6556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Layer-wise model parallelism</a:t>
            </a:r>
          </a:p>
        </p:txBody>
      </p:sp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93A05E23-A421-31FF-BC3C-07C938C088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P">
            <a:extLst>
              <a:ext uri="{FF2B5EF4-FFF2-40B4-BE49-F238E27FC236}">
                <a16:creationId xmlns:a16="http://schemas.microsoft.com/office/drawing/2014/main" id="{EA721D81-D2E7-CB8E-3E09-A8563902E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5988"/>
            <a:ext cx="12192000" cy="502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167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53A87-FF88-F8B5-B4BE-8DE6E833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05261F61-68EF-3803-B98C-DC46C29F1D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12192002" cy="6556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Tracing operations and tensors during training</a:t>
            </a:r>
          </a:p>
        </p:txBody>
      </p:sp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68FC5B63-C005-E08D-867D-93187DE15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orch_tracing">
            <a:extLst>
              <a:ext uri="{FF2B5EF4-FFF2-40B4-BE49-F238E27FC236}">
                <a16:creationId xmlns:a16="http://schemas.microsoft.com/office/drawing/2014/main" id="{9E28C511-2156-7B6C-A7E0-5270333970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5"/>
          <a:stretch>
            <a:fillRect/>
          </a:stretch>
        </p:blipFill>
        <p:spPr bwMode="auto">
          <a:xfrm>
            <a:off x="0" y="534838"/>
            <a:ext cx="12192000" cy="608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269555CF-8326-A4BE-022E-8081C23A5513}"/>
              </a:ext>
            </a:extLst>
          </p:cNvPr>
          <p:cNvSpPr txBox="1"/>
          <p:nvPr/>
        </p:nvSpPr>
        <p:spPr>
          <a:xfrm>
            <a:off x="2769078" y="5270571"/>
            <a:ext cx="8324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ssh -L 16001:localhost:16001 youruser@login.Leonardo.cineca.it</a:t>
            </a:r>
          </a:p>
          <a:p>
            <a:r>
              <a:rPr lang="en-US" dirty="0" err="1"/>
              <a:t>tensorboard</a:t>
            </a:r>
            <a:r>
              <a:rPr lang="en-US" dirty="0"/>
              <a:t> --</a:t>
            </a:r>
            <a:r>
              <a:rPr lang="en-US" dirty="0" err="1"/>
              <a:t>logdir</a:t>
            </a:r>
            <a:r>
              <a:rPr lang="en-US" dirty="0"/>
              <a:t>=/home/user/log/path --port 16001 --host localhost</a:t>
            </a:r>
          </a:p>
          <a:p>
            <a:r>
              <a:rPr lang="en-US" dirty="0"/>
              <a:t>(everyone has to use a unique port number)</a:t>
            </a:r>
          </a:p>
          <a:p>
            <a:r>
              <a:rPr lang="en-US" dirty="0"/>
              <a:t>Browser: localhost:16001</a:t>
            </a:r>
          </a:p>
        </p:txBody>
      </p:sp>
    </p:spTree>
    <p:extLst>
      <p:ext uri="{BB962C8B-B14F-4D97-AF65-F5344CB8AC3E}">
        <p14:creationId xmlns:p14="http://schemas.microsoft.com/office/powerpoint/2010/main" val="261850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F5219-77CE-7EF2-9B73-D3617C9C8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251B7FA7-8AA7-DACE-97AE-704F17267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12192002" cy="6556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Layer-wise model parallelism + DDP</a:t>
            </a:r>
          </a:p>
        </p:txBody>
      </p:sp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F8FED75E-ED19-AC13-7F60-0A4E870299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DP+MP">
            <a:extLst>
              <a:ext uri="{FF2B5EF4-FFF2-40B4-BE49-F238E27FC236}">
                <a16:creationId xmlns:a16="http://schemas.microsoft.com/office/drawing/2014/main" id="{A488E4EC-589D-01F7-3498-366F8DB36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46" y="459264"/>
            <a:ext cx="11856931" cy="636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67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3DBF3-3929-6E9B-491D-39A076B6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BBE9B077-ED07-E8D7-CF5E-5B4F260D8A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12192002" cy="6556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Basic model parallel techniques with </a:t>
            </a:r>
            <a:r>
              <a:rPr lang="en-US" dirty="0" err="1">
                <a:solidFill>
                  <a:schemeClr val="tx1"/>
                </a:solidFill>
              </a:rPr>
              <a:t>Pytorch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A0921D30-BE5F-E663-A800-3D2F6B17AA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4E785F70-6B69-ACFC-E599-CBE8F89A8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12888"/>
              </p:ext>
            </p:extLst>
          </p:nvPr>
        </p:nvGraphicFramePr>
        <p:xfrm>
          <a:off x="2032000" y="2280920"/>
          <a:ext cx="8127999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2035215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100288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350621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 amount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Too large model for 1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2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parallelism, infinite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Layer-wise model parallel, or naïve model 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FSDP – Fully Sharded Data Parallel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34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DP – Data 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TP - Tensor 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DDP + PP or 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5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DDP – Distributed Data 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PP - Pipeline 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 any other combination of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097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64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85B75-A4DC-B55C-FCE7-7C0D94AA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0EFA593F-BBBB-8498-C51D-C2A65E3F93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12192002" cy="6556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Pipeline Parallelism</a:t>
            </a:r>
          </a:p>
        </p:txBody>
      </p:sp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F0ADB453-9074-6671-5B4D-27ED94242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B26335BD-E5A5-FA91-9FB7-E411AFBEB8A1}"/>
              </a:ext>
            </a:extLst>
          </p:cNvPr>
          <p:cNvSpPr txBox="1"/>
          <p:nvPr/>
        </p:nvSpPr>
        <p:spPr>
          <a:xfrm>
            <a:off x="2208095" y="5975992"/>
            <a:ext cx="7703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https://research.google/blog/introducing-gpipe-an-open-source-library-for-efficiently-training-large-scale-neural-network-models/</a:t>
            </a:r>
            <a:endParaRPr lang="en-US" dirty="0"/>
          </a:p>
        </p:txBody>
      </p:sp>
      <p:pic>
        <p:nvPicPr>
          <p:cNvPr id="3" name="Picture 2" descr="mp-pp">
            <a:extLst>
              <a:ext uri="{FF2B5EF4-FFF2-40B4-BE49-F238E27FC236}">
                <a16:creationId xmlns:a16="http://schemas.microsoft.com/office/drawing/2014/main" id="{B1885F1E-DC39-8B2E-CA14-4F8FEE06C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974" y="710351"/>
            <a:ext cx="7942052" cy="5275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39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D677E-4C52-9AD9-6DE4-087E6330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EDB887CE-5A58-1757-506C-94AF1534FD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0"/>
            <a:ext cx="12192002" cy="6556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Tensor Parallelism in principle</a:t>
            </a:r>
          </a:p>
        </p:txBody>
      </p:sp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A494D8D4-9E82-4AD6-018F-B20FBB51E0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ft: Regular matrix multiplication. Right: Column-wise parallel matrix multiplication split across two GPUs.">
            <a:extLst>
              <a:ext uri="{FF2B5EF4-FFF2-40B4-BE49-F238E27FC236}">
                <a16:creationId xmlns:a16="http://schemas.microsoft.com/office/drawing/2014/main" id="{69B6AC02-4ACB-661B-8638-21645204E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475" y="773142"/>
            <a:ext cx="9443050" cy="531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EBC81F6-F8A5-7AAB-8D01-AC4E27582495}"/>
              </a:ext>
            </a:extLst>
          </p:cNvPr>
          <p:cNvSpPr txBox="1"/>
          <p:nvPr/>
        </p:nvSpPr>
        <p:spPr>
          <a:xfrm>
            <a:off x="2208095" y="5975992"/>
            <a:ext cx="7703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https://lightning.ai/docs/pytorch/stable/advanced/model_parallel/tp.html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4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DAC78-94FE-A83C-18B3-D2F75658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863AF9BD-26C2-1722-DF7A-C9E5C80D2E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898474"/>
            <a:ext cx="12192002" cy="78500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2050" name="Picture 2" descr="Digitalizációs szintfelmérés indult kkv-k részére | Hír.ma">
            <a:extLst>
              <a:ext uri="{FF2B5EF4-FFF2-40B4-BE49-F238E27FC236}">
                <a16:creationId xmlns:a16="http://schemas.microsoft.com/office/drawing/2014/main" id="{6716C79F-F040-1514-EFCA-5DBEA71C90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4" t="19700" r="10272" b="23998"/>
          <a:stretch>
            <a:fillRect/>
          </a:stretch>
        </p:blipFill>
        <p:spPr bwMode="auto">
          <a:xfrm>
            <a:off x="10745104" y="6040298"/>
            <a:ext cx="1111827" cy="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31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HP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P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e43cfad-2e20-4696-a3b6-d19c2e7db76d" xsi:nil="true"/>
    <lcf76f155ced4ddcb4097134ff3c332f xmlns="489a6064-6e14-44e5-86d0-f8124f2cbdd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581B571734A01C4DB977B2E773334A67" ma:contentTypeVersion="13" ma:contentTypeDescription="Új dokumentum létrehozása." ma:contentTypeScope="" ma:versionID="0766b7c630cf80537deae7def6a5cf7d">
  <xsd:schema xmlns:xsd="http://www.w3.org/2001/XMLSchema" xmlns:xs="http://www.w3.org/2001/XMLSchema" xmlns:p="http://schemas.microsoft.com/office/2006/metadata/properties" xmlns:ns2="489a6064-6e14-44e5-86d0-f8124f2cbdd4" xmlns:ns3="7e43cfad-2e20-4696-a3b6-d19c2e7db76d" targetNamespace="http://schemas.microsoft.com/office/2006/metadata/properties" ma:root="true" ma:fieldsID="08140f5b6a21bada43ad2296068c6ad2" ns2:_="" ns3:_="">
    <xsd:import namespace="489a6064-6e14-44e5-86d0-f8124f2cbdd4"/>
    <xsd:import namespace="7e43cfad-2e20-4696-a3b6-d19c2e7db7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a6064-6e14-44e5-86d0-f8124f2cbd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Képcímkék" ma:readOnly="false" ma:fieldId="{5cf76f15-5ced-4ddc-b409-7134ff3c332f}" ma:taxonomyMulti="true" ma:sspId="14c06994-b506-49d0-ab90-f601fa541d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43cfad-2e20-4696-a3b6-d19c2e7db76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9903b43b-5c1c-4398-949f-c43a540e0f0a}" ma:internalName="TaxCatchAll" ma:showField="CatchAllData" ma:web="7e43cfad-2e20-4696-a3b6-d19c2e7db7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3F70BA-984B-4DAB-8C29-B72539AF30F4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7e43cfad-2e20-4696-a3b6-d19c2e7db76d"/>
    <ds:schemaRef ds:uri="489a6064-6e14-44e5-86d0-f8124f2cbdd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D04B71F-92E7-4D70-AF57-B215D610C2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744A2F-5F62-44B5-AA10-7E733F7312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9a6064-6e14-44e5-86d0-f8124f2cbdd4"/>
    <ds:schemaRef ds:uri="7e43cfad-2e20-4696-a3b6-d19c2e7db7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23875</TotalTime>
  <Words>688</Words>
  <Application>Microsoft Office PowerPoint</Application>
  <PresentationFormat>Szélesvásznú</PresentationFormat>
  <Paragraphs>86</Paragraphs>
  <Slides>10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3</vt:i4>
      </vt:variant>
      <vt:variant>
        <vt:lpstr>Diacímek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Source Sans Pro</vt:lpstr>
      <vt:lpstr>Source Sans Pro SemiBold</vt:lpstr>
      <vt:lpstr>Wingdings</vt:lpstr>
      <vt:lpstr>Office Theme</vt:lpstr>
      <vt:lpstr>1_HPC</vt:lpstr>
      <vt:lpstr>2_HPC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GPU partition of the Komondor supercomputer</dc:title>
  <dc:creator>juhasz</dc:creator>
  <cp:lastModifiedBy>Gyula Ujlaki</cp:lastModifiedBy>
  <cp:revision>178</cp:revision>
  <dcterms:created xsi:type="dcterms:W3CDTF">2024-05-25T15:28:58Z</dcterms:created>
  <dcterms:modified xsi:type="dcterms:W3CDTF">2026-02-02T10:46:48Z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0x010100581B571734A01C4DB977B2E773334A67</vt:lpwstr>
  </property>
</Properties>
</file>